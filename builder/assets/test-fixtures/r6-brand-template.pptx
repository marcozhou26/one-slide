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640beb9b78481e" /><Relationship Type="http://schemas.openxmlformats.org/officeDocument/2006/relationships/extended-properties" Target="/docProps/app.xml" Id="Rfebca2e00a84400b" /><Relationship Type="http://schemas.openxmlformats.org/officeDocument/2006/relationships/officeDocument" Target="/ppt/presentation.xml" Id="R39852f20655745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0aa65af5b046c1"/>
  </p:sldMasterIdLst>
  <p:notesMasterIdLst>
    <p:notesMasterId xmlns:r="http://schemas.openxmlformats.org/officeDocument/2006/relationships" r:id="Rb7ae5cb214cf48ea"/>
  </p:notesMasterIdLst>
  <p:sldIdLst>
    <p:sldId xmlns:r="http://schemas.openxmlformats.org/officeDocument/2006/relationships" id="256" r:id="Rc33b57223b3448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aeba0e8d05439c" /><Relationship Type="http://schemas.openxmlformats.org/officeDocument/2006/relationships/slideMaster" Target="/ppt/slideMasters/slideMaster1.xml" Id="R890aa65af5b046c1" /><Relationship Type="http://schemas.openxmlformats.org/officeDocument/2006/relationships/notesMaster" Target="/ppt/notesMasters/notesMaster1.xml" Id="Rb7ae5cb214cf48ea" /><Relationship Type="http://schemas.openxmlformats.org/officeDocument/2006/relationships/presProps" Target="/ppt/presProps.xml" Id="R4da5fddd95eb47d2" /><Relationship Type="http://schemas.openxmlformats.org/officeDocument/2006/relationships/tableStyles" Target="/ppt/tableStyles.xml" Id="Rc9611d68e6534dec" /><Relationship Type="http://schemas.openxmlformats.org/officeDocument/2006/relationships/slide" Target="/ppt/slides/slide1.xml" Id="Rc33b57223b34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709cde12be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33a4a3882440b0" /><Relationship Type="http://schemas.openxmlformats.org/officeDocument/2006/relationships/notesMaster" Target="/ppt/notesMasters/notesMaster1.xml" Id="R97e6dce3181c4f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b2cd16a1b347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4c8f3504864041" /><Relationship Type="http://schemas.openxmlformats.org/officeDocument/2006/relationships/slideLayout" Target="/ppt/slideLayouts/slideLayout1.xml" Id="Rb638c0f9d6a64b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38c0f9d6a64b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a115fa74c442e" /><Relationship Type="http://schemas.openxmlformats.org/officeDocument/2006/relationships/notesSlide" Target="/ppt/notesSlides/notesSlide1.xml" Id="R827aca2741bc4bde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3" name="template-footer">
            <ns1:extLst>
              <ns1:ext uri="{FF2B5EF4-FFF2-40B4-BE49-F238E27FC236}">
                <ns2:creationId id="{C8395F54-F732-4BC0-B1CD-E729B3E869BB}"/>
              </ns1:ext>
            </ns1:extLst>
          </ns0:cNvPr>
          <ns0:cNvSpPr>
            <ns1:spLocks noGrp="1"/>
          </ns0:cNvSpPr>
          <ns0:nvPr/>
        </ns0:nvSpPr>
        <ns0:spPr>
          <ns1:xfrm>
            <ns1:off x="9334500" y="6477000"/>
            <ns1:ext cx="24765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ctr"/>
          <ns1:lstStyle/>
          <ns1:p>
            <ns1:pPr algn="r">
              <ns1:defRPr sz="1200" b="0">
                <ns1:solidFill>
                  <ns1:srgbClr val="697386"/>
                </ns1:solidFill>
              </ns1:defRPr>
            </ns1:pPr>
            <ns1:r>
              <ns1:rPr sz="1200" b="0">
                <ns1:solidFill>
                  <ns1:srgbClr val="697386"/>
                </ns1:solidFill>
              </ns1:rPr>
              <ns1:t>示例客户模板｜Confidential</ns1:t>
            </ns1:r>
          </ns1:p>
        </ns0:txBody>
      </ns0:sp>
    </ns0:spTree>
    <ns0:extLst>
      <ns0:ext uri="{BB962C8B-B14F-4D97-AF65-F5344CB8AC3E}">
        <ns3:creationId val="1072006068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2026-07-31T19:36:32.1720000Z</dcterms:created>
  <dcterms:modified xsi:type="dcterms:W3CDTF">2026-07-31T19:36:32.1720000Z</dcterms:modified>
</coreProperties>
</file>