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640beb9b78481e" /><Relationship Type="http://schemas.openxmlformats.org/officeDocument/2006/relationships/extended-properties" Target="/docProps/app.xml" Id="Rfebca2e00a84400b" /><Relationship Type="http://schemas.openxmlformats.org/officeDocument/2006/relationships/officeDocument" Target="/ppt/presentation.xml" Id="R39852f206557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0aa65af5b046c1"/>
  </p:sldMasterIdLst>
  <p:notesMasterIdLst>
    <p:notesMasterId xmlns:r="http://schemas.openxmlformats.org/officeDocument/2006/relationships" r:id="Rb7ae5cb214cf48ea"/>
  </p:notesMasterIdLst>
  <p:sldIdLst>
    <p:sldId xmlns:r="http://schemas.openxmlformats.org/officeDocument/2006/relationships" id="256" r:id="Rc33b57223b3448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eba0e8d05439c" /><Relationship Type="http://schemas.openxmlformats.org/officeDocument/2006/relationships/slideMaster" Target="/ppt/slideMasters/slideMaster1.xml" Id="R890aa65af5b046c1" /><Relationship Type="http://schemas.openxmlformats.org/officeDocument/2006/relationships/notesMaster" Target="/ppt/notesMasters/notesMaster1.xml" Id="Rb7ae5cb214cf48ea" /><Relationship Type="http://schemas.openxmlformats.org/officeDocument/2006/relationships/presProps" Target="/ppt/presProps.xml" Id="R4da5fddd95eb47d2" /><Relationship Type="http://schemas.openxmlformats.org/officeDocument/2006/relationships/tableStyles" Target="/ppt/tableStyles.xml" Id="Rc9611d68e6534dec" /><Relationship Type="http://schemas.openxmlformats.org/officeDocument/2006/relationships/slide" Target="/ppt/slides/slide1.xml" Id="Rc33b57223b3448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709cde12be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33a4a3882440b0" /><Relationship Type="http://schemas.openxmlformats.org/officeDocument/2006/relationships/notesMaster" Target="/ppt/notesMasters/notesMaster1.xml" Id="R97e6dce3181c4f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2cd16a1b347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4c8f3504864041" /><Relationship Type="http://schemas.openxmlformats.org/officeDocument/2006/relationships/slideLayout" Target="/ppt/slideLayouts/slideLayout1.xml" Id="Rb638c0f9d6a64b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38c0f9d6a64b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a115fa74c442e" /><Relationship Type="http://schemas.openxmlformats.org/officeDocument/2006/relationships/notesSlide" Target="/ppt/notesSlides/notesSlide1.xml" Id="R827aca2741bc4b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mplate-top-rule">
            <a:extLst xmlns:a="http://schemas.openxmlformats.org/drawingml/2006/main">
              <a:ext uri="{FF2B5EF4-FFF2-40B4-BE49-F238E27FC236}">
                <a16:creationId xmlns:a16="http://schemas.microsoft.com/office/drawing/2014/main" id="{E63086EA-4A5F-47BB-9B2D-CDEE87A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</p:sp>
      <p:sp>
        <p:nvSpPr>
          <p:cNvPr id="2" name="template-bottom-rule">
            <a:extLst xmlns:a="http://schemas.openxmlformats.org/drawingml/2006/main">
              <a:ext uri="{FF2B5EF4-FFF2-40B4-BE49-F238E27FC236}">
                <a16:creationId xmlns:a16="http://schemas.microsoft.com/office/drawing/2014/main" id="{CA5F45BB-97C6-4BF3-9FBF-8834E301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0">
            <a:solidFill>
              <a:srgbClr val="15375F"/>
            </a:solidFill>
            <a:prstDash val="solid"/>
          </a:ln>
        </p:spPr>
      </p:sp>
      <p:sp>
        <p:nvSpPr>
          <p:cNvPr id="3" name="template-footer">
            <a:extLst xmlns:a="http://schemas.openxmlformats.org/drawingml/2006/main">
              <a:ext uri="{FF2B5EF4-FFF2-40B4-BE49-F238E27FC236}">
                <a16:creationId xmlns:a16="http://schemas.microsoft.com/office/drawing/2014/main" id="{C8395F54-F732-4BC0-B1CD-E729B3E8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7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示例客户模板｜Confidential</a:t>
            </a:r>
          </a:p>
        </p:txBody>
      </p:sp>
    </p:spTree>
    <p:extLst>
      <p:ext uri="{BB962C8B-B14F-4D97-AF65-F5344CB8AC3E}">
        <p14:creationId xmlns:p14="http://schemas.microsoft.com/office/powerpoint/2010/main" val="1072006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2026-07-31T19:36:32.1720000Z</dcterms:created>
  <dcterms:modified xsi:type="dcterms:W3CDTF">2026-07-31T19:36:32.1720000Z</dcterms:modified>
</coreProperties>
</file>