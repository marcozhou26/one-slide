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e389c39ab14873" /><Relationship Type="http://schemas.openxmlformats.org/officeDocument/2006/relationships/extended-properties" Target="/docProps/app.xml" Id="Rdcb5eb7b93bd4e8b" /><Relationship Type="http://schemas.openxmlformats.org/officeDocument/2006/relationships/officeDocument" Target="/ppt/presentation.xml" Id="Rf6ebb75029a145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235cee57f943fa"/>
  </p:sldMasterIdLst>
  <p:notesMasterIdLst>
    <p:notesMasterId xmlns:r="http://schemas.openxmlformats.org/officeDocument/2006/relationships" r:id="R20b257dfc8904153"/>
  </p:notesMasterIdLst>
  <p:sldIdLst>
    <p:sldId xmlns:r="http://schemas.openxmlformats.org/officeDocument/2006/relationships" id="256" r:id="Rca8a444e103e40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7561f712784d5f" /><Relationship Type="http://schemas.openxmlformats.org/officeDocument/2006/relationships/slideMaster" Target="/ppt/slideMasters/slideMaster1.xml" Id="R85235cee57f943fa" /><Relationship Type="http://schemas.openxmlformats.org/officeDocument/2006/relationships/notesMaster" Target="/ppt/notesMasters/notesMaster1.xml" Id="R20b257dfc8904153" /><Relationship Type="http://schemas.openxmlformats.org/officeDocument/2006/relationships/presProps" Target="/ppt/presProps.xml" Id="R21833b6bc9094600" /><Relationship Type="http://schemas.openxmlformats.org/officeDocument/2006/relationships/tableStyles" Target="/ppt/tableStyles.xml" Id="R44d1c44488fc4c07" /><Relationship Type="http://schemas.openxmlformats.org/officeDocument/2006/relationships/slide" Target="/ppt/slides/slide1.xml" Id="Rca8a444e103e40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f6936426044c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9ad466a03c4950" /><Relationship Type="http://schemas.openxmlformats.org/officeDocument/2006/relationships/notesMaster" Target="/ppt/notesMasters/notesMaster1.xml" Id="R4cb8e073e89840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bc8b7c0a6846a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35859b099e43b1" /><Relationship Type="http://schemas.openxmlformats.org/officeDocument/2006/relationships/slideLayout" Target="/ppt/slideLayouts/slideLayout1.xml" Id="R8d4bd9ef125546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4bd9ef125546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edc308e92d456e" /><Relationship Type="http://schemas.openxmlformats.org/officeDocument/2006/relationships/notesSlide" Target="/ppt/notesSlides/notesSlide1.xml" Id="Rfd678a7ebbb543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1" name="page-title">
            <a:extLst xmlns:a="http://schemas.openxmlformats.org/drawingml/2006/main">
              <a:ext uri="{FF2B5EF4-FFF2-40B4-BE49-F238E27FC236}">
                <a16:creationId xmlns:a16="http://schemas.microsoft.com/office/drawing/2014/main" id="{7E41AADD-96EF-4FE0-9D9E-B7E3BC3E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375F"/>
                </a:solidFill>
              </a:defRPr>
            </a:pPr>
            <a:r>
              <a:rPr sz="2550" b="1">
                <a:solidFill>
                  <a:srgbClr val="15375F"/>
                </a:solidFill>
              </a:rPr>
              <a:t>新人在第 3 个月和第 13 个月出现两个陡降拐点，1 年留存率仅 62%，低于行业 75%</a:t>
            </a:r>
          </a:p>
        </p:txBody>
      </p:sp>
      <p:sp>
        <p:nvSpPr>
          <p:cNvPr id="2" name="survival-frame">
            <a:extLst xmlns:a="http://schemas.openxmlformats.org/drawingml/2006/main">
              <a:ext uri="{FF2B5EF4-FFF2-40B4-BE49-F238E27FC236}">
                <a16:creationId xmlns:a16="http://schemas.microsoft.com/office/drawing/2014/main" id="{F32BDC36-D784-4AAC-BF96-D3BD4CC5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8382000" cy="4457700"/>
          </a:xfrm>
          <a:prstGeom xmlns:a="http://schemas.openxmlformats.org/drawingml/2006/main" prst="roundRect">
            <a:avLst>
              <a:gd name="adj" fmla="val 17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survival-grid-0">
            <a:extLst xmlns:a="http://schemas.openxmlformats.org/drawingml/2006/main">
              <a:ext uri="{FF2B5EF4-FFF2-40B4-BE49-F238E27FC236}">
                <a16:creationId xmlns:a16="http://schemas.microsoft.com/office/drawing/2014/main" id="{FAC173FB-7A1E-4004-9D54-0EAAB392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90975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4" name="survival-axis-0">
            <a:extLst xmlns:a="http://schemas.openxmlformats.org/drawingml/2006/main">
              <a:ext uri="{FF2B5EF4-FFF2-40B4-BE49-F238E27FC236}">
                <a16:creationId xmlns:a16="http://schemas.microsoft.com/office/drawing/2014/main" id="{1A444874-FC5B-420A-AF78-D781036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766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0%</a:t>
            </a:r>
          </a:p>
        </p:txBody>
      </p:sp>
      <p:sp>
        <p:nvSpPr>
          <p:cNvPr id="5" name="survival-grid-25">
            <a:extLst xmlns:a="http://schemas.openxmlformats.org/drawingml/2006/main">
              <a:ext uri="{FF2B5EF4-FFF2-40B4-BE49-F238E27FC236}">
                <a16:creationId xmlns:a16="http://schemas.microsoft.com/office/drawing/2014/main" id="{D8E2E1EA-4B43-40AA-8EDE-12157F5D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3756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6" name="survival-axis-25">
            <a:extLst xmlns:a="http://schemas.openxmlformats.org/drawingml/2006/main">
              <a:ext uri="{FF2B5EF4-FFF2-40B4-BE49-F238E27FC236}">
                <a16:creationId xmlns:a16="http://schemas.microsoft.com/office/drawing/2014/main" id="{9E934F04-E291-403F-88EE-1D1D65D2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269456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25%</a:t>
            </a:r>
          </a:p>
        </p:txBody>
      </p:sp>
      <p:sp>
        <p:nvSpPr>
          <p:cNvPr id="7" name="survival-grid-50">
            <a:extLst xmlns:a="http://schemas.openxmlformats.org/drawingml/2006/main">
              <a:ext uri="{FF2B5EF4-FFF2-40B4-BE49-F238E27FC236}">
                <a16:creationId xmlns:a16="http://schemas.microsoft.com/office/drawing/2014/main" id="{117B62E0-5C35-4B02-94ED-B118713B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76538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8" name="survival-axis-50">
            <a:extLst xmlns:a="http://schemas.openxmlformats.org/drawingml/2006/main">
              <a:ext uri="{FF2B5EF4-FFF2-40B4-BE49-F238E27FC236}">
                <a16:creationId xmlns:a16="http://schemas.microsoft.com/office/drawing/2014/main" id="{E0F42B06-4FF3-4D31-8E8F-CFB3DB37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662238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50%</a:t>
            </a:r>
          </a:p>
        </p:txBody>
      </p:sp>
      <p:sp>
        <p:nvSpPr>
          <p:cNvPr id="9" name="survival-grid-75">
            <a:extLst xmlns:a="http://schemas.openxmlformats.org/drawingml/2006/main">
              <a:ext uri="{FF2B5EF4-FFF2-40B4-BE49-F238E27FC236}">
                <a16:creationId xmlns:a16="http://schemas.microsoft.com/office/drawing/2014/main" id="{C8D8526D-C59B-404E-8363-485F8430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9319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10" name="survival-axis-75">
            <a:extLst xmlns:a="http://schemas.openxmlformats.org/drawingml/2006/main">
              <a:ext uri="{FF2B5EF4-FFF2-40B4-BE49-F238E27FC236}">
                <a16:creationId xmlns:a16="http://schemas.microsoft.com/office/drawing/2014/main" id="{1F7768C4-CA82-4C62-B2D7-A170E7A3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055019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75%</a:t>
            </a:r>
          </a:p>
        </p:txBody>
      </p:sp>
      <p:sp>
        <p:nvSpPr>
          <p:cNvPr id="11" name="survival-grid-100">
            <a:extLst xmlns:a="http://schemas.openxmlformats.org/drawingml/2006/main">
              <a:ext uri="{FF2B5EF4-FFF2-40B4-BE49-F238E27FC236}">
                <a16:creationId xmlns:a16="http://schemas.microsoft.com/office/drawing/2014/main" id="{83932355-8E20-424C-831F-AB8F5E5A0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DEE8"/>
            </a:solidFill>
            <a:prstDash val="dash"/>
          </a:ln>
        </p:spPr>
      </p:sp>
      <p:sp>
        <p:nvSpPr>
          <p:cNvPr id="12" name="survival-axis-100">
            <a:extLst xmlns:a="http://schemas.openxmlformats.org/drawingml/2006/main">
              <a:ext uri="{FF2B5EF4-FFF2-40B4-BE49-F238E27FC236}">
                <a16:creationId xmlns:a16="http://schemas.microsoft.com/office/drawing/2014/main" id="{76307460-296F-4DED-B92E-D0AC65A1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478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697386"/>
                </a:solidFill>
              </a:defRPr>
            </a:pPr>
            <a:r>
              <a:rPr sz="1600" b="0">
                <a:solidFill>
                  <a:srgbClr val="697386"/>
                </a:solidFill>
              </a:rPr>
              <a:t>100%</a:t>
            </a:r>
          </a:p>
        </p:txBody>
      </p:sp>
      <p:sp>
        <p:nvSpPr>
          <p:cNvPr id="13" name="risk-band-1">
            <a:extLst xmlns:a="http://schemas.openxmlformats.org/drawingml/2006/main">
              <a:ext uri="{FF2B5EF4-FFF2-40B4-BE49-F238E27FC236}">
                <a16:creationId xmlns:a16="http://schemas.microsoft.com/office/drawing/2014/main" id="{9AEFC023-B43C-4D15-BE9E-27FAA051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2144" y="1562100"/>
            <a:ext cx="1524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risk-band-2">
            <a:extLst xmlns:a="http://schemas.openxmlformats.org/drawingml/2006/main">
              <a:ext uri="{FF2B5EF4-FFF2-40B4-BE49-F238E27FC236}">
                <a16:creationId xmlns:a16="http://schemas.microsoft.com/office/drawing/2014/main" id="{E9B35BFB-C5BB-463A-A486-4419C7CD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7456" y="1562100"/>
            <a:ext cx="1524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0">
            <a:solidFill>
              <a:srgbClr val="FFF0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survival-h-0-1">
            <a:extLst xmlns:a="http://schemas.openxmlformats.org/drawingml/2006/main">
              <a:ext uri="{FF2B5EF4-FFF2-40B4-BE49-F238E27FC236}">
                <a16:creationId xmlns:a16="http://schemas.microsoft.com/office/drawing/2014/main" id="{9A399DF8-0A9D-4420-B642-7EEED468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16" name="survival-v-0-1">
            <a:extLst xmlns:a="http://schemas.openxmlformats.org/drawingml/2006/main">
              <a:ext uri="{FF2B5EF4-FFF2-40B4-BE49-F238E27FC236}">
                <a16:creationId xmlns:a16="http://schemas.microsoft.com/office/drawing/2014/main" id="{B6CA46DA-0EF6-4F8F-BFC9-1630DEE7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562100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17" name="survival-h-0-2">
            <a:extLst xmlns:a="http://schemas.openxmlformats.org/drawingml/2006/main">
              <a:ext uri="{FF2B5EF4-FFF2-40B4-BE49-F238E27FC236}">
                <a16:creationId xmlns:a16="http://schemas.microsoft.com/office/drawing/2014/main" id="{3451C2A7-8AEF-4C5E-BA0F-4CD74226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61310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18" name="survival-v-0-2">
            <a:extLst xmlns:a="http://schemas.openxmlformats.org/drawingml/2006/main">
              <a:ext uri="{FF2B5EF4-FFF2-40B4-BE49-F238E27FC236}">
                <a16:creationId xmlns:a16="http://schemas.microsoft.com/office/drawing/2014/main" id="{1AB46C16-8941-4327-A1C1-A2A5ACBB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13106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19" name="survival-h-0-3">
            <a:extLst xmlns:a="http://schemas.openxmlformats.org/drawingml/2006/main">
              <a:ext uri="{FF2B5EF4-FFF2-40B4-BE49-F238E27FC236}">
                <a16:creationId xmlns:a16="http://schemas.microsoft.com/office/drawing/2014/main" id="{2E718A85-00CC-4A65-AEB4-5F4B27E9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6411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0" name="survival-v-0-3">
            <a:extLst xmlns:a="http://schemas.openxmlformats.org/drawingml/2006/main">
              <a:ext uri="{FF2B5EF4-FFF2-40B4-BE49-F238E27FC236}">
                <a16:creationId xmlns:a16="http://schemas.microsoft.com/office/drawing/2014/main" id="{177171FF-6A7B-473C-9A47-6FF05141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664113"/>
            <a:ext cx="0" cy="2453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1" name="survival-h-0-4">
            <a:extLst xmlns:a="http://schemas.openxmlformats.org/drawingml/2006/main">
              <a:ext uri="{FF2B5EF4-FFF2-40B4-BE49-F238E27FC236}">
                <a16:creationId xmlns:a16="http://schemas.microsoft.com/office/drawing/2014/main" id="{C5D7770A-327B-404C-BD88-91E8FC6E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909429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2" name="survival-v-0-4">
            <a:extLst xmlns:a="http://schemas.openxmlformats.org/drawingml/2006/main">
              <a:ext uri="{FF2B5EF4-FFF2-40B4-BE49-F238E27FC236}">
                <a16:creationId xmlns:a16="http://schemas.microsoft.com/office/drawing/2014/main" id="{4A3BE869-FDF3-4C64-9423-17DB3C1B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909429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3" name="survival-h-0-5">
            <a:extLst xmlns:a="http://schemas.openxmlformats.org/drawingml/2006/main">
              <a:ext uri="{FF2B5EF4-FFF2-40B4-BE49-F238E27FC236}">
                <a16:creationId xmlns:a16="http://schemas.microsoft.com/office/drawing/2014/main" id="{8405A782-8360-4AF2-9EBC-EF40471F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96043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4" name="survival-v-0-5">
            <a:extLst xmlns:a="http://schemas.openxmlformats.org/drawingml/2006/main">
              <a:ext uri="{FF2B5EF4-FFF2-40B4-BE49-F238E27FC236}">
                <a16:creationId xmlns:a16="http://schemas.microsoft.com/office/drawing/2014/main" id="{3DC15FF8-AE72-4215-9BED-1DEBD3AC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1960436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5" name="survival-h-0-6">
            <a:extLst xmlns:a="http://schemas.openxmlformats.org/drawingml/2006/main">
              <a:ext uri="{FF2B5EF4-FFF2-40B4-BE49-F238E27FC236}">
                <a16:creationId xmlns:a16="http://schemas.microsoft.com/office/drawing/2014/main" id="{55E2E57D-5C28-47DC-A7BA-A7C77DD1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201144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6" name="survival-v-0-6">
            <a:extLst xmlns:a="http://schemas.openxmlformats.org/drawingml/2006/main">
              <a:ext uri="{FF2B5EF4-FFF2-40B4-BE49-F238E27FC236}">
                <a16:creationId xmlns:a16="http://schemas.microsoft.com/office/drawing/2014/main" id="{0874BA1F-089B-4012-9BCE-15B1822A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011442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7" name="survival-h-0-7">
            <a:extLst xmlns:a="http://schemas.openxmlformats.org/drawingml/2006/main">
              <a:ext uri="{FF2B5EF4-FFF2-40B4-BE49-F238E27FC236}">
                <a16:creationId xmlns:a16="http://schemas.microsoft.com/office/drawing/2014/main" id="{9CF553B0-5836-48FF-8445-CDBAA11D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06244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8" name="survival-v-0-7">
            <a:extLst xmlns:a="http://schemas.openxmlformats.org/drawingml/2006/main">
              <a:ext uri="{FF2B5EF4-FFF2-40B4-BE49-F238E27FC236}">
                <a16:creationId xmlns:a16="http://schemas.microsoft.com/office/drawing/2014/main" id="{71B339FB-AE9B-4DC0-B0AE-C4A5ADB9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2062448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29" name="survival-h-0-8">
            <a:extLst xmlns:a="http://schemas.openxmlformats.org/drawingml/2006/main">
              <a:ext uri="{FF2B5EF4-FFF2-40B4-BE49-F238E27FC236}">
                <a16:creationId xmlns:a16="http://schemas.microsoft.com/office/drawing/2014/main" id="{A5541F8E-F8B0-4D18-9A2E-67540DB7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211345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0" name="survival-v-0-8">
            <a:extLst xmlns:a="http://schemas.openxmlformats.org/drawingml/2006/main">
              <a:ext uri="{FF2B5EF4-FFF2-40B4-BE49-F238E27FC236}">
                <a16:creationId xmlns:a16="http://schemas.microsoft.com/office/drawing/2014/main" id="{9BBEAF00-D49D-4122-AA43-914728AA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13455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1" name="survival-h-0-9">
            <a:extLst xmlns:a="http://schemas.openxmlformats.org/drawingml/2006/main">
              <a:ext uri="{FF2B5EF4-FFF2-40B4-BE49-F238E27FC236}">
                <a16:creationId xmlns:a16="http://schemas.microsoft.com/office/drawing/2014/main" id="{BD43DA84-4030-4301-BDF5-B0EC670E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6446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2" name="survival-v-0-9">
            <a:extLst xmlns:a="http://schemas.openxmlformats.org/drawingml/2006/main">
              <a:ext uri="{FF2B5EF4-FFF2-40B4-BE49-F238E27FC236}">
                <a16:creationId xmlns:a16="http://schemas.microsoft.com/office/drawing/2014/main" id="{F0937020-6D44-461C-8C70-73E2A89C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164461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3" name="survival-h-0-10">
            <a:extLst xmlns:a="http://schemas.openxmlformats.org/drawingml/2006/main">
              <a:ext uri="{FF2B5EF4-FFF2-40B4-BE49-F238E27FC236}">
                <a16:creationId xmlns:a16="http://schemas.microsoft.com/office/drawing/2014/main" id="{85E124A4-760E-42A0-9DD2-DA77AC4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215467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4" name="survival-v-0-10">
            <a:extLst xmlns:a="http://schemas.openxmlformats.org/drawingml/2006/main">
              <a:ext uri="{FF2B5EF4-FFF2-40B4-BE49-F238E27FC236}">
                <a16:creationId xmlns:a16="http://schemas.microsoft.com/office/drawing/2014/main" id="{46D0D9C9-CC10-454B-A568-2E86AF60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215467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5" name="survival-h-0-11">
            <a:extLst xmlns:a="http://schemas.openxmlformats.org/drawingml/2006/main">
              <a:ext uri="{FF2B5EF4-FFF2-40B4-BE49-F238E27FC236}">
                <a16:creationId xmlns:a16="http://schemas.microsoft.com/office/drawing/2014/main" id="{5DEF3D21-87ED-4185-874F-1BE764F2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26647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6" name="survival-v-0-11">
            <a:extLst xmlns:a="http://schemas.openxmlformats.org/drawingml/2006/main">
              <a:ext uri="{FF2B5EF4-FFF2-40B4-BE49-F238E27FC236}">
                <a16:creationId xmlns:a16="http://schemas.microsoft.com/office/drawing/2014/main" id="{D30A93C7-B2F1-4586-B488-BA0DAC6F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266474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7" name="survival-h-0-12">
            <a:extLst xmlns:a="http://schemas.openxmlformats.org/drawingml/2006/main">
              <a:ext uri="{FF2B5EF4-FFF2-40B4-BE49-F238E27FC236}">
                <a16:creationId xmlns:a16="http://schemas.microsoft.com/office/drawing/2014/main" id="{111B3D5C-0E7D-4F14-A302-1A91797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31748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8" name="survival-v-0-12">
            <a:extLst xmlns:a="http://schemas.openxmlformats.org/drawingml/2006/main">
              <a:ext uri="{FF2B5EF4-FFF2-40B4-BE49-F238E27FC236}">
                <a16:creationId xmlns:a16="http://schemas.microsoft.com/office/drawing/2014/main" id="{527D3594-6A2A-46F7-B61C-7348972A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17480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39" name="survival-h-0-13">
            <a:extLst xmlns:a="http://schemas.openxmlformats.org/drawingml/2006/main">
              <a:ext uri="{FF2B5EF4-FFF2-40B4-BE49-F238E27FC236}">
                <a16:creationId xmlns:a16="http://schemas.microsoft.com/office/drawing/2014/main" id="{0E93DE87-4934-4E02-824C-549683CA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68487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0" name="survival-v-0-13">
            <a:extLst xmlns:a="http://schemas.openxmlformats.org/drawingml/2006/main">
              <a:ext uri="{FF2B5EF4-FFF2-40B4-BE49-F238E27FC236}">
                <a16:creationId xmlns:a16="http://schemas.microsoft.com/office/drawing/2014/main" id="{D171E8BD-DF9F-4513-BCFA-32B138A6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368487"/>
            <a:ext cx="0" cy="2210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1" name="survival-h-0-14">
            <a:extLst xmlns:a="http://schemas.openxmlformats.org/drawingml/2006/main">
              <a:ext uri="{FF2B5EF4-FFF2-40B4-BE49-F238E27FC236}">
                <a16:creationId xmlns:a16="http://schemas.microsoft.com/office/drawing/2014/main" id="{1CE1535C-6C7E-4B61-AE62-8CF97322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58951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2" name="survival-v-0-14">
            <a:extLst xmlns:a="http://schemas.openxmlformats.org/drawingml/2006/main">
              <a:ext uri="{FF2B5EF4-FFF2-40B4-BE49-F238E27FC236}">
                <a16:creationId xmlns:a16="http://schemas.microsoft.com/office/drawing/2014/main" id="{698CB255-EE96-4F5B-9B76-47E41EC1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589514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3" name="survival-h-0-15">
            <a:extLst xmlns:a="http://schemas.openxmlformats.org/drawingml/2006/main">
              <a:ext uri="{FF2B5EF4-FFF2-40B4-BE49-F238E27FC236}">
                <a16:creationId xmlns:a16="http://schemas.microsoft.com/office/drawing/2014/main" id="{C0ECC429-29A3-4ABD-BD0C-E06239BE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64052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4" name="survival-v-0-15">
            <a:extLst xmlns:a="http://schemas.openxmlformats.org/drawingml/2006/main">
              <a:ext uri="{FF2B5EF4-FFF2-40B4-BE49-F238E27FC236}">
                <a16:creationId xmlns:a16="http://schemas.microsoft.com/office/drawing/2014/main" id="{A37CCA29-C4BB-4992-A80A-20A6C835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640521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5" name="survival-h-0-16">
            <a:extLst xmlns:a="http://schemas.openxmlformats.org/drawingml/2006/main">
              <a:ext uri="{FF2B5EF4-FFF2-40B4-BE49-F238E27FC236}">
                <a16:creationId xmlns:a16="http://schemas.microsoft.com/office/drawing/2014/main" id="{972EA81F-0609-4202-BC5D-6F466A0A9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691527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6" name="survival-v-0-16">
            <a:extLst xmlns:a="http://schemas.openxmlformats.org/drawingml/2006/main">
              <a:ext uri="{FF2B5EF4-FFF2-40B4-BE49-F238E27FC236}">
                <a16:creationId xmlns:a16="http://schemas.microsoft.com/office/drawing/2014/main" id="{72F69181-B1AB-42EE-8684-F59224AA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691527"/>
            <a:ext cx="0" cy="5100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7" name="survival-h-0-17">
            <a:extLst xmlns:a="http://schemas.openxmlformats.org/drawingml/2006/main">
              <a:ext uri="{FF2B5EF4-FFF2-40B4-BE49-F238E27FC236}">
                <a16:creationId xmlns:a16="http://schemas.microsoft.com/office/drawing/2014/main" id="{6FD3F08A-07BF-4ADB-A7E3-ED1777AD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74253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8" name="survival-v-0-17">
            <a:extLst xmlns:a="http://schemas.openxmlformats.org/drawingml/2006/main">
              <a:ext uri="{FF2B5EF4-FFF2-40B4-BE49-F238E27FC236}">
                <a16:creationId xmlns:a16="http://schemas.microsoft.com/office/drawing/2014/main" id="{759AFE21-3D87-4865-BD38-DF2A0AE4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742533"/>
            <a:ext cx="0" cy="340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49" name="survival-h-0-18">
            <a:extLst xmlns:a="http://schemas.openxmlformats.org/drawingml/2006/main">
              <a:ext uri="{FF2B5EF4-FFF2-40B4-BE49-F238E27FC236}">
                <a16:creationId xmlns:a16="http://schemas.microsoft.com/office/drawing/2014/main" id="{CFE3FCCA-7387-4639-8C1F-7B6697FF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77653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0" name="survival-v-0-18">
            <a:extLst xmlns:a="http://schemas.openxmlformats.org/drawingml/2006/main">
              <a:ext uri="{FF2B5EF4-FFF2-40B4-BE49-F238E27FC236}">
                <a16:creationId xmlns:a16="http://schemas.microsoft.com/office/drawing/2014/main" id="{B1E5CF90-6022-468B-AC2D-934BFEC7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77653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1" name="survival-h-0-19">
            <a:extLst xmlns:a="http://schemas.openxmlformats.org/drawingml/2006/main">
              <a:ext uri="{FF2B5EF4-FFF2-40B4-BE49-F238E27FC236}">
                <a16:creationId xmlns:a16="http://schemas.microsoft.com/office/drawing/2014/main" id="{0D150ED4-F1E3-476A-B913-332DEF94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77653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2" name="survival-v-0-19">
            <a:extLst xmlns:a="http://schemas.openxmlformats.org/drawingml/2006/main">
              <a:ext uri="{FF2B5EF4-FFF2-40B4-BE49-F238E27FC236}">
                <a16:creationId xmlns:a16="http://schemas.microsoft.com/office/drawing/2014/main" id="{42B77309-C985-48EE-817D-9FCB212B2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77653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3" name="survival-h-0-20">
            <a:extLst xmlns:a="http://schemas.openxmlformats.org/drawingml/2006/main">
              <a:ext uri="{FF2B5EF4-FFF2-40B4-BE49-F238E27FC236}">
                <a16:creationId xmlns:a16="http://schemas.microsoft.com/office/drawing/2014/main" id="{B7DE4FB8-815E-4993-8AD0-67517358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77653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4" name="survival-v-0-20">
            <a:extLst xmlns:a="http://schemas.openxmlformats.org/drawingml/2006/main">
              <a:ext uri="{FF2B5EF4-FFF2-40B4-BE49-F238E27FC236}">
                <a16:creationId xmlns:a16="http://schemas.microsoft.com/office/drawing/2014/main" id="{690841A7-122A-4F58-9727-8F7D3EF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77653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5" name="survival-h-0-21">
            <a:extLst xmlns:a="http://schemas.openxmlformats.org/drawingml/2006/main">
              <a:ext uri="{FF2B5EF4-FFF2-40B4-BE49-F238E27FC236}">
                <a16:creationId xmlns:a16="http://schemas.microsoft.com/office/drawing/2014/main" id="{2DFEB78C-A85A-4371-B71D-B0361C2B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77653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6" name="survival-v-0-21">
            <a:extLst xmlns:a="http://schemas.openxmlformats.org/drawingml/2006/main">
              <a:ext uri="{FF2B5EF4-FFF2-40B4-BE49-F238E27FC236}">
                <a16:creationId xmlns:a16="http://schemas.microsoft.com/office/drawing/2014/main" id="{5ADF1141-B239-42C4-B88C-B1DC7AAF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77653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7" name="survival-h-0-22">
            <a:extLst xmlns:a="http://schemas.openxmlformats.org/drawingml/2006/main">
              <a:ext uri="{FF2B5EF4-FFF2-40B4-BE49-F238E27FC236}">
                <a16:creationId xmlns:a16="http://schemas.microsoft.com/office/drawing/2014/main" id="{7CEA0053-D5DD-4C8D-83C2-97149605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77653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8" name="survival-v-0-22">
            <a:extLst xmlns:a="http://schemas.openxmlformats.org/drawingml/2006/main">
              <a:ext uri="{FF2B5EF4-FFF2-40B4-BE49-F238E27FC236}">
                <a16:creationId xmlns:a16="http://schemas.microsoft.com/office/drawing/2014/main" id="{CAB4346D-D669-44C0-A2C5-75E4CA87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77653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59" name="survival-h-0-23">
            <a:extLst xmlns:a="http://schemas.openxmlformats.org/drawingml/2006/main">
              <a:ext uri="{FF2B5EF4-FFF2-40B4-BE49-F238E27FC236}">
                <a16:creationId xmlns:a16="http://schemas.microsoft.com/office/drawing/2014/main" id="{AF0F0C58-CF97-41AF-9159-E20552C24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77653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60" name="survival-v-0-23">
            <a:extLst xmlns:a="http://schemas.openxmlformats.org/drawingml/2006/main">
              <a:ext uri="{FF2B5EF4-FFF2-40B4-BE49-F238E27FC236}">
                <a16:creationId xmlns:a16="http://schemas.microsoft.com/office/drawing/2014/main" id="{385496E6-C0C9-4A8A-B150-C65DB5739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77653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61" name="survival-h-0-24">
            <a:extLst xmlns:a="http://schemas.openxmlformats.org/drawingml/2006/main">
              <a:ext uri="{FF2B5EF4-FFF2-40B4-BE49-F238E27FC236}">
                <a16:creationId xmlns:a16="http://schemas.microsoft.com/office/drawing/2014/main" id="{39545D82-D419-4D5A-8902-D5B081F0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77653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62" name="survival-v-0-24">
            <a:extLst xmlns:a="http://schemas.openxmlformats.org/drawingml/2006/main">
              <a:ext uri="{FF2B5EF4-FFF2-40B4-BE49-F238E27FC236}">
                <a16:creationId xmlns:a16="http://schemas.microsoft.com/office/drawing/2014/main" id="{8C4607BE-1F03-46AB-BCAB-C2A06435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7653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5375F"/>
            </a:solidFill>
            <a:prstDash val="solid"/>
          </a:ln>
        </p:spPr>
      </p:sp>
      <p:sp>
        <p:nvSpPr>
          <p:cNvPr id="63" name="survival-h-1-1">
            <a:extLst xmlns:a="http://schemas.openxmlformats.org/drawingml/2006/main">
              <a:ext uri="{FF2B5EF4-FFF2-40B4-BE49-F238E27FC236}">
                <a16:creationId xmlns:a16="http://schemas.microsoft.com/office/drawing/2014/main" id="{E8D3A74D-27CE-427F-8417-34A0697A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4" name="survival-v-1-1">
            <a:extLst xmlns:a="http://schemas.openxmlformats.org/drawingml/2006/main">
              <a:ext uri="{FF2B5EF4-FFF2-40B4-BE49-F238E27FC236}">
                <a16:creationId xmlns:a16="http://schemas.microsoft.com/office/drawing/2014/main" id="{125F0C80-A31E-4FF3-9FB5-44A03362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562100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5" name="survival-h-1-2">
            <a:extLst xmlns:a="http://schemas.openxmlformats.org/drawingml/2006/main">
              <a:ext uri="{FF2B5EF4-FFF2-40B4-BE49-F238E27FC236}">
                <a16:creationId xmlns:a16="http://schemas.microsoft.com/office/drawing/2014/main" id="{C096F483-2A8B-4775-9A2F-AD4F3082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62525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6" name="survival-v-1-2">
            <a:extLst xmlns:a="http://schemas.openxmlformats.org/drawingml/2006/main">
              <a:ext uri="{FF2B5EF4-FFF2-40B4-BE49-F238E27FC236}">
                <a16:creationId xmlns:a16="http://schemas.microsoft.com/office/drawing/2014/main" id="{75B89E56-FAF9-4A94-B1A7-89FEFE63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25251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7" name="survival-h-1-3">
            <a:extLst xmlns:a="http://schemas.openxmlformats.org/drawingml/2006/main">
              <a:ext uri="{FF2B5EF4-FFF2-40B4-BE49-F238E27FC236}">
                <a16:creationId xmlns:a16="http://schemas.microsoft.com/office/drawing/2014/main" id="{849C4AFB-2E9F-45FF-BCBC-57075FE9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8840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8" name="survival-v-1-3">
            <a:extLst xmlns:a="http://schemas.openxmlformats.org/drawingml/2006/main">
              <a:ext uri="{FF2B5EF4-FFF2-40B4-BE49-F238E27FC236}">
                <a16:creationId xmlns:a16="http://schemas.microsoft.com/office/drawing/2014/main" id="{A1234AA9-1571-4614-BF56-0E1E5875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688402"/>
            <a:ext cx="0" cy="30603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69" name="survival-h-1-4">
            <a:extLst xmlns:a="http://schemas.openxmlformats.org/drawingml/2006/main">
              <a:ext uri="{FF2B5EF4-FFF2-40B4-BE49-F238E27FC236}">
                <a16:creationId xmlns:a16="http://schemas.microsoft.com/office/drawing/2014/main" id="{75ECE9D3-1EAE-46A0-AF29-6C71988C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99444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0" name="survival-v-1-4">
            <a:extLst xmlns:a="http://schemas.openxmlformats.org/drawingml/2006/main">
              <a:ext uri="{FF2B5EF4-FFF2-40B4-BE49-F238E27FC236}">
                <a16:creationId xmlns:a16="http://schemas.microsoft.com/office/drawing/2014/main" id="{EBE241A7-C80C-4FEF-BCFA-50828C03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994440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1" name="survival-h-1-5">
            <a:extLst xmlns:a="http://schemas.openxmlformats.org/drawingml/2006/main">
              <a:ext uri="{FF2B5EF4-FFF2-40B4-BE49-F238E27FC236}">
                <a16:creationId xmlns:a16="http://schemas.microsoft.com/office/drawing/2014/main" id="{694FABE9-2493-4C04-B458-EA68C913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205759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2" name="survival-v-1-5">
            <a:extLst xmlns:a="http://schemas.openxmlformats.org/drawingml/2006/main">
              <a:ext uri="{FF2B5EF4-FFF2-40B4-BE49-F238E27FC236}">
                <a16:creationId xmlns:a16="http://schemas.microsoft.com/office/drawing/2014/main" id="{B35A2959-AC48-4499-B3BA-EF6B70B8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2057591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3" name="survival-h-1-6">
            <a:extLst xmlns:a="http://schemas.openxmlformats.org/drawingml/2006/main">
              <a:ext uri="{FF2B5EF4-FFF2-40B4-BE49-F238E27FC236}">
                <a16:creationId xmlns:a16="http://schemas.microsoft.com/office/drawing/2014/main" id="{70C6708D-C30E-4433-9A36-80C20A9B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212074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4" name="survival-v-1-6">
            <a:extLst xmlns:a="http://schemas.openxmlformats.org/drawingml/2006/main">
              <a:ext uri="{FF2B5EF4-FFF2-40B4-BE49-F238E27FC236}">
                <a16:creationId xmlns:a16="http://schemas.microsoft.com/office/drawing/2014/main" id="{7F6C679F-3BED-4A70-8902-65C00C37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120741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5" name="survival-h-1-7">
            <a:extLst xmlns:a="http://schemas.openxmlformats.org/drawingml/2006/main">
              <a:ext uri="{FF2B5EF4-FFF2-40B4-BE49-F238E27FC236}">
                <a16:creationId xmlns:a16="http://schemas.microsoft.com/office/drawing/2014/main" id="{3DD97593-D9BE-438A-BC90-6080A60F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18389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6" name="survival-v-1-7">
            <a:extLst xmlns:a="http://schemas.openxmlformats.org/drawingml/2006/main">
              <a:ext uri="{FF2B5EF4-FFF2-40B4-BE49-F238E27FC236}">
                <a16:creationId xmlns:a16="http://schemas.microsoft.com/office/drawing/2014/main" id="{FB6209FA-BDF9-4523-B3D6-2C61ED5A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2183892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7" name="survival-h-1-8">
            <a:extLst xmlns:a="http://schemas.openxmlformats.org/drawingml/2006/main">
              <a:ext uri="{FF2B5EF4-FFF2-40B4-BE49-F238E27FC236}">
                <a16:creationId xmlns:a16="http://schemas.microsoft.com/office/drawing/2014/main" id="{A4B32DE7-0A2B-4A03-A160-FB0D95BE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224704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8" name="survival-v-1-8">
            <a:extLst xmlns:a="http://schemas.openxmlformats.org/drawingml/2006/main">
              <a:ext uri="{FF2B5EF4-FFF2-40B4-BE49-F238E27FC236}">
                <a16:creationId xmlns:a16="http://schemas.microsoft.com/office/drawing/2014/main" id="{E904CBFE-3B3C-4978-A362-3E11170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247043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79" name="survival-h-1-9">
            <a:extLst xmlns:a="http://schemas.openxmlformats.org/drawingml/2006/main">
              <a:ext uri="{FF2B5EF4-FFF2-40B4-BE49-F238E27FC236}">
                <a16:creationId xmlns:a16="http://schemas.microsoft.com/office/drawing/2014/main" id="{81762CA9-C9B1-414E-83E0-5088CFE9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31019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0" name="survival-v-1-9">
            <a:extLst xmlns:a="http://schemas.openxmlformats.org/drawingml/2006/main">
              <a:ext uri="{FF2B5EF4-FFF2-40B4-BE49-F238E27FC236}">
                <a16:creationId xmlns:a16="http://schemas.microsoft.com/office/drawing/2014/main" id="{34B3C424-B822-4508-BBFD-66BF010E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310194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1" name="survival-h-1-10">
            <a:extLst xmlns:a="http://schemas.openxmlformats.org/drawingml/2006/main">
              <a:ext uri="{FF2B5EF4-FFF2-40B4-BE49-F238E27FC236}">
                <a16:creationId xmlns:a16="http://schemas.microsoft.com/office/drawing/2014/main" id="{12A80C2E-5E08-42D0-BB25-B5E9245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37334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2" name="survival-v-1-10">
            <a:extLst xmlns:a="http://schemas.openxmlformats.org/drawingml/2006/main">
              <a:ext uri="{FF2B5EF4-FFF2-40B4-BE49-F238E27FC236}">
                <a16:creationId xmlns:a16="http://schemas.microsoft.com/office/drawing/2014/main" id="{4865D171-6608-4EDC-825F-37D83DD7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373344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3" name="survival-h-1-11">
            <a:extLst xmlns:a="http://schemas.openxmlformats.org/drawingml/2006/main">
              <a:ext uri="{FF2B5EF4-FFF2-40B4-BE49-F238E27FC236}">
                <a16:creationId xmlns:a16="http://schemas.microsoft.com/office/drawing/2014/main" id="{32AC1E7D-16DD-498C-8DDA-4A38667C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43649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4" name="survival-v-1-11">
            <a:extLst xmlns:a="http://schemas.openxmlformats.org/drawingml/2006/main">
              <a:ext uri="{FF2B5EF4-FFF2-40B4-BE49-F238E27FC236}">
                <a16:creationId xmlns:a16="http://schemas.microsoft.com/office/drawing/2014/main" id="{7DB0AE37-1739-4E14-A344-1C06C8D2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436495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5" name="survival-h-1-12">
            <a:extLst xmlns:a="http://schemas.openxmlformats.org/drawingml/2006/main">
              <a:ext uri="{FF2B5EF4-FFF2-40B4-BE49-F238E27FC236}">
                <a16:creationId xmlns:a16="http://schemas.microsoft.com/office/drawing/2014/main" id="{343BE202-BB18-4459-854A-0C2DF099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49964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6" name="survival-v-1-12">
            <a:extLst xmlns:a="http://schemas.openxmlformats.org/drawingml/2006/main">
              <a:ext uri="{FF2B5EF4-FFF2-40B4-BE49-F238E27FC236}">
                <a16:creationId xmlns:a16="http://schemas.microsoft.com/office/drawing/2014/main" id="{90E52198-3892-496A-AA45-8E4758FA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99646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7" name="survival-h-1-13">
            <a:extLst xmlns:a="http://schemas.openxmlformats.org/drawingml/2006/main">
              <a:ext uri="{FF2B5EF4-FFF2-40B4-BE49-F238E27FC236}">
                <a16:creationId xmlns:a16="http://schemas.microsoft.com/office/drawing/2014/main" id="{E16D5995-9BC9-406D-89F6-32EFF7ED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562797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8" name="survival-v-1-13">
            <a:extLst xmlns:a="http://schemas.openxmlformats.org/drawingml/2006/main">
              <a:ext uri="{FF2B5EF4-FFF2-40B4-BE49-F238E27FC236}">
                <a16:creationId xmlns:a16="http://schemas.microsoft.com/office/drawing/2014/main" id="{0D7709D8-E10F-496D-95EF-EFAF3289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562797"/>
            <a:ext cx="0" cy="28174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89" name="survival-h-1-14">
            <a:extLst xmlns:a="http://schemas.openxmlformats.org/drawingml/2006/main">
              <a:ext uri="{FF2B5EF4-FFF2-40B4-BE49-F238E27FC236}">
                <a16:creationId xmlns:a16="http://schemas.microsoft.com/office/drawing/2014/main" id="{E9311DE5-67A1-4E63-88BA-49491268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84454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0" name="survival-v-1-14">
            <a:extLst xmlns:a="http://schemas.openxmlformats.org/drawingml/2006/main">
              <a:ext uri="{FF2B5EF4-FFF2-40B4-BE49-F238E27FC236}">
                <a16:creationId xmlns:a16="http://schemas.microsoft.com/office/drawing/2014/main" id="{E636D461-FAC7-402A-9C54-8C7DD70B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844546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1" name="survival-h-1-15">
            <a:extLst xmlns:a="http://schemas.openxmlformats.org/drawingml/2006/main">
              <a:ext uri="{FF2B5EF4-FFF2-40B4-BE49-F238E27FC236}">
                <a16:creationId xmlns:a16="http://schemas.microsoft.com/office/drawing/2014/main" id="{3EAB79A7-7855-4EB9-876E-78D49EB0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907697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2" name="survival-v-1-15">
            <a:extLst xmlns:a="http://schemas.openxmlformats.org/drawingml/2006/main">
              <a:ext uri="{FF2B5EF4-FFF2-40B4-BE49-F238E27FC236}">
                <a16:creationId xmlns:a16="http://schemas.microsoft.com/office/drawing/2014/main" id="{93D66157-248A-4D09-9802-BF12D075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907697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3" name="survival-h-1-16">
            <a:extLst xmlns:a="http://schemas.openxmlformats.org/drawingml/2006/main">
              <a:ext uri="{FF2B5EF4-FFF2-40B4-BE49-F238E27FC236}">
                <a16:creationId xmlns:a16="http://schemas.microsoft.com/office/drawing/2014/main" id="{75450CE8-61E4-4179-9139-13B26A06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97084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4" name="survival-v-1-16">
            <a:extLst xmlns:a="http://schemas.openxmlformats.org/drawingml/2006/main">
              <a:ext uri="{FF2B5EF4-FFF2-40B4-BE49-F238E27FC236}">
                <a16:creationId xmlns:a16="http://schemas.microsoft.com/office/drawing/2014/main" id="{221E7ABB-AD44-4598-B3AC-894F2F33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970848"/>
            <a:ext cx="0" cy="631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5" name="survival-h-1-17">
            <a:extLst xmlns:a="http://schemas.openxmlformats.org/drawingml/2006/main">
              <a:ext uri="{FF2B5EF4-FFF2-40B4-BE49-F238E27FC236}">
                <a16:creationId xmlns:a16="http://schemas.microsoft.com/office/drawing/2014/main" id="{37813B49-B319-4507-8668-CD52A958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303399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6" name="survival-v-1-17">
            <a:extLst xmlns:a="http://schemas.openxmlformats.org/drawingml/2006/main">
              <a:ext uri="{FF2B5EF4-FFF2-40B4-BE49-F238E27FC236}">
                <a16:creationId xmlns:a16="http://schemas.microsoft.com/office/drawing/2014/main" id="{3A823B67-0B85-45B2-9A45-B50B6058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3033998"/>
            <a:ext cx="0" cy="340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7" name="survival-h-1-18">
            <a:extLst xmlns:a="http://schemas.openxmlformats.org/drawingml/2006/main">
              <a:ext uri="{FF2B5EF4-FFF2-40B4-BE49-F238E27FC236}">
                <a16:creationId xmlns:a16="http://schemas.microsoft.com/office/drawing/2014/main" id="{639E06F9-73BB-4B06-962F-C737CB78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306800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8" name="survival-v-1-18">
            <a:extLst xmlns:a="http://schemas.openxmlformats.org/drawingml/2006/main">
              <a:ext uri="{FF2B5EF4-FFF2-40B4-BE49-F238E27FC236}">
                <a16:creationId xmlns:a16="http://schemas.microsoft.com/office/drawing/2014/main" id="{2EA69217-774A-4763-8C79-4DDE4BBE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306800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99" name="survival-h-1-19">
            <a:extLst xmlns:a="http://schemas.openxmlformats.org/drawingml/2006/main">
              <a:ext uri="{FF2B5EF4-FFF2-40B4-BE49-F238E27FC236}">
                <a16:creationId xmlns:a16="http://schemas.microsoft.com/office/drawing/2014/main" id="{E98BED13-CD49-4A73-A14D-C65F454E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306800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0" name="survival-v-1-19">
            <a:extLst xmlns:a="http://schemas.openxmlformats.org/drawingml/2006/main">
              <a:ext uri="{FF2B5EF4-FFF2-40B4-BE49-F238E27FC236}">
                <a16:creationId xmlns:a16="http://schemas.microsoft.com/office/drawing/2014/main" id="{5176B7BB-8B9C-4ACC-B1C8-BB9D7519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306800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1" name="survival-h-1-20">
            <a:extLst xmlns:a="http://schemas.openxmlformats.org/drawingml/2006/main">
              <a:ext uri="{FF2B5EF4-FFF2-40B4-BE49-F238E27FC236}">
                <a16:creationId xmlns:a16="http://schemas.microsoft.com/office/drawing/2014/main" id="{0929AAB9-7451-45E1-A39E-F66D5D5A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306800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2" name="survival-v-1-20">
            <a:extLst xmlns:a="http://schemas.openxmlformats.org/drawingml/2006/main">
              <a:ext uri="{FF2B5EF4-FFF2-40B4-BE49-F238E27FC236}">
                <a16:creationId xmlns:a16="http://schemas.microsoft.com/office/drawing/2014/main" id="{9A9CCC5E-5654-4BF5-8B8F-E1BFE1A0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306800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3" name="survival-h-1-21">
            <a:extLst xmlns:a="http://schemas.openxmlformats.org/drawingml/2006/main">
              <a:ext uri="{FF2B5EF4-FFF2-40B4-BE49-F238E27FC236}">
                <a16:creationId xmlns:a16="http://schemas.microsoft.com/office/drawing/2014/main" id="{D26569FC-19EE-4015-A88D-45CA75D3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306800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4" name="survival-v-1-21">
            <a:extLst xmlns:a="http://schemas.openxmlformats.org/drawingml/2006/main">
              <a:ext uri="{FF2B5EF4-FFF2-40B4-BE49-F238E27FC236}">
                <a16:creationId xmlns:a16="http://schemas.microsoft.com/office/drawing/2014/main" id="{F7DAE321-C67C-4175-A144-A1192954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306800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5" name="survival-h-1-22">
            <a:extLst xmlns:a="http://schemas.openxmlformats.org/drawingml/2006/main">
              <a:ext uri="{FF2B5EF4-FFF2-40B4-BE49-F238E27FC236}">
                <a16:creationId xmlns:a16="http://schemas.microsoft.com/office/drawing/2014/main" id="{F8615CC6-D276-45D2-A5AE-12677312F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306800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6" name="survival-v-1-22">
            <a:extLst xmlns:a="http://schemas.openxmlformats.org/drawingml/2006/main">
              <a:ext uri="{FF2B5EF4-FFF2-40B4-BE49-F238E27FC236}">
                <a16:creationId xmlns:a16="http://schemas.microsoft.com/office/drawing/2014/main" id="{35233EDD-0AFE-43C7-8E00-56ED3D7E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306800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7" name="survival-h-1-23">
            <a:extLst xmlns:a="http://schemas.openxmlformats.org/drawingml/2006/main">
              <a:ext uri="{FF2B5EF4-FFF2-40B4-BE49-F238E27FC236}">
                <a16:creationId xmlns:a16="http://schemas.microsoft.com/office/drawing/2014/main" id="{980380B5-B776-4157-93FA-683D3BB6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306800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8" name="survival-v-1-23">
            <a:extLst xmlns:a="http://schemas.openxmlformats.org/drawingml/2006/main">
              <a:ext uri="{FF2B5EF4-FFF2-40B4-BE49-F238E27FC236}">
                <a16:creationId xmlns:a16="http://schemas.microsoft.com/office/drawing/2014/main" id="{E657DCAB-F7AB-4449-A7F0-1AB57CA4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306800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09" name="survival-h-1-24">
            <a:extLst xmlns:a="http://schemas.openxmlformats.org/drawingml/2006/main">
              <a:ext uri="{FF2B5EF4-FFF2-40B4-BE49-F238E27FC236}">
                <a16:creationId xmlns:a16="http://schemas.microsoft.com/office/drawing/2014/main" id="{F13697B8-CD13-45CB-83BF-E3901688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306800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10" name="survival-v-1-24">
            <a:extLst xmlns:a="http://schemas.openxmlformats.org/drawingml/2006/main">
              <a:ext uri="{FF2B5EF4-FFF2-40B4-BE49-F238E27FC236}">
                <a16:creationId xmlns:a16="http://schemas.microsoft.com/office/drawing/2014/main" id="{39F901AC-C4CD-4322-B431-A45A6CCD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68003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E8872D"/>
            </a:solidFill>
            <a:prstDash val="solid"/>
          </a:ln>
        </p:spPr>
      </p:sp>
      <p:sp>
        <p:nvSpPr>
          <p:cNvPr id="111" name="survival-h-2-1">
            <a:extLst xmlns:a="http://schemas.openxmlformats.org/drawingml/2006/main">
              <a:ext uri="{FF2B5EF4-FFF2-40B4-BE49-F238E27FC236}">
                <a16:creationId xmlns:a16="http://schemas.microsoft.com/office/drawing/2014/main" id="{F359F539-4E95-4F4F-9A47-972F6E6E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2" name="survival-v-2-1">
            <a:extLst xmlns:a="http://schemas.openxmlformats.org/drawingml/2006/main">
              <a:ext uri="{FF2B5EF4-FFF2-40B4-BE49-F238E27FC236}">
                <a16:creationId xmlns:a16="http://schemas.microsoft.com/office/drawing/2014/main" id="{3A8523BF-8B44-404E-B016-43CC83D7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562100"/>
            <a:ext cx="0" cy="4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3" name="survival-h-2-2">
            <a:extLst xmlns:a="http://schemas.openxmlformats.org/drawingml/2006/main">
              <a:ext uri="{FF2B5EF4-FFF2-40B4-BE49-F238E27FC236}">
                <a16:creationId xmlns:a16="http://schemas.microsoft.com/office/drawing/2014/main" id="{994B8EB4-0061-457E-895A-C8A3AD99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60339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4" name="survival-v-2-2">
            <a:extLst xmlns:a="http://schemas.openxmlformats.org/drawingml/2006/main">
              <a:ext uri="{FF2B5EF4-FFF2-40B4-BE49-F238E27FC236}">
                <a16:creationId xmlns:a16="http://schemas.microsoft.com/office/drawing/2014/main" id="{0BC92754-D49F-4858-9C92-656061D3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03391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5" name="survival-h-2-3">
            <a:extLst xmlns:a="http://schemas.openxmlformats.org/drawingml/2006/main">
              <a:ext uri="{FF2B5EF4-FFF2-40B4-BE49-F238E27FC236}">
                <a16:creationId xmlns:a16="http://schemas.microsoft.com/office/drawing/2014/main" id="{7EF85103-AF2C-45E3-AC5C-5DC547EC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4711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6" name="survival-v-2-3">
            <a:extLst xmlns:a="http://schemas.openxmlformats.org/drawingml/2006/main">
              <a:ext uri="{FF2B5EF4-FFF2-40B4-BE49-F238E27FC236}">
                <a16:creationId xmlns:a16="http://schemas.microsoft.com/office/drawing/2014/main" id="{F7A74427-707C-4ACB-B97B-9E8C2585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647111"/>
            <a:ext cx="0" cy="1870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7" name="survival-h-2-4">
            <a:extLst xmlns:a="http://schemas.openxmlformats.org/drawingml/2006/main">
              <a:ext uri="{FF2B5EF4-FFF2-40B4-BE49-F238E27FC236}">
                <a16:creationId xmlns:a16="http://schemas.microsoft.com/office/drawing/2014/main" id="{81B1252C-D328-4C64-B26E-B6186849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83413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8" name="survival-v-2-4">
            <a:extLst xmlns:a="http://schemas.openxmlformats.org/drawingml/2006/main">
              <a:ext uri="{FF2B5EF4-FFF2-40B4-BE49-F238E27FC236}">
                <a16:creationId xmlns:a16="http://schemas.microsoft.com/office/drawing/2014/main" id="{565C811F-9B43-47E5-BD7E-D0B4D358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834134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19" name="survival-h-2-5">
            <a:extLst xmlns:a="http://schemas.openxmlformats.org/drawingml/2006/main">
              <a:ext uri="{FF2B5EF4-FFF2-40B4-BE49-F238E27FC236}">
                <a16:creationId xmlns:a16="http://schemas.microsoft.com/office/drawing/2014/main" id="{B9008E2A-9F72-4D32-B0D6-118511F2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87785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0" name="survival-v-2-5">
            <a:extLst xmlns:a="http://schemas.openxmlformats.org/drawingml/2006/main">
              <a:ext uri="{FF2B5EF4-FFF2-40B4-BE49-F238E27FC236}">
                <a16:creationId xmlns:a16="http://schemas.microsoft.com/office/drawing/2014/main" id="{071A8308-576F-4457-9687-8BC0B9B9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1877854"/>
            <a:ext cx="0" cy="4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1" name="survival-h-2-6">
            <a:extLst xmlns:a="http://schemas.openxmlformats.org/drawingml/2006/main">
              <a:ext uri="{FF2B5EF4-FFF2-40B4-BE49-F238E27FC236}">
                <a16:creationId xmlns:a16="http://schemas.microsoft.com/office/drawing/2014/main" id="{89554491-3EF4-4447-9207-595C4CBC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191914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2" name="survival-v-2-6">
            <a:extLst xmlns:a="http://schemas.openxmlformats.org/drawingml/2006/main">
              <a:ext uri="{FF2B5EF4-FFF2-40B4-BE49-F238E27FC236}">
                <a16:creationId xmlns:a16="http://schemas.microsoft.com/office/drawing/2014/main" id="{14890223-CC61-49B4-9C67-FE007638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1919145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3" name="survival-h-2-7">
            <a:extLst xmlns:a="http://schemas.openxmlformats.org/drawingml/2006/main">
              <a:ext uri="{FF2B5EF4-FFF2-40B4-BE49-F238E27FC236}">
                <a16:creationId xmlns:a16="http://schemas.microsoft.com/office/drawing/2014/main" id="{44E0A2D6-3953-4606-A755-7A408644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196286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4" name="survival-v-2-7">
            <a:extLst xmlns:a="http://schemas.openxmlformats.org/drawingml/2006/main">
              <a:ext uri="{FF2B5EF4-FFF2-40B4-BE49-F238E27FC236}">
                <a16:creationId xmlns:a16="http://schemas.microsoft.com/office/drawing/2014/main" id="{C778A0C5-0DC3-48BC-838E-2E05AA5D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1962864"/>
            <a:ext cx="0" cy="4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5" name="survival-h-2-8">
            <a:extLst xmlns:a="http://schemas.openxmlformats.org/drawingml/2006/main">
              <a:ext uri="{FF2B5EF4-FFF2-40B4-BE49-F238E27FC236}">
                <a16:creationId xmlns:a16="http://schemas.microsoft.com/office/drawing/2014/main" id="{B92EB511-6D5B-41EE-AE11-14C2B860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200415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6" name="survival-v-2-8">
            <a:extLst xmlns:a="http://schemas.openxmlformats.org/drawingml/2006/main">
              <a:ext uri="{FF2B5EF4-FFF2-40B4-BE49-F238E27FC236}">
                <a16:creationId xmlns:a16="http://schemas.microsoft.com/office/drawing/2014/main" id="{D59EFE6F-6FFA-4C0F-A635-A26757B2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004155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7" name="survival-h-2-9">
            <a:extLst xmlns:a="http://schemas.openxmlformats.org/drawingml/2006/main">
              <a:ext uri="{FF2B5EF4-FFF2-40B4-BE49-F238E27FC236}">
                <a16:creationId xmlns:a16="http://schemas.microsoft.com/office/drawing/2014/main" id="{1075CF84-DEFD-4641-8BEF-F8C12AA4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04787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8" name="survival-v-2-9">
            <a:extLst xmlns:a="http://schemas.openxmlformats.org/drawingml/2006/main">
              <a:ext uri="{FF2B5EF4-FFF2-40B4-BE49-F238E27FC236}">
                <a16:creationId xmlns:a16="http://schemas.microsoft.com/office/drawing/2014/main" id="{6C8D3F36-32E3-4DDB-BE52-556EACFF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047875"/>
            <a:ext cx="0" cy="4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29" name="survival-h-2-10">
            <a:extLst xmlns:a="http://schemas.openxmlformats.org/drawingml/2006/main">
              <a:ext uri="{FF2B5EF4-FFF2-40B4-BE49-F238E27FC236}">
                <a16:creationId xmlns:a16="http://schemas.microsoft.com/office/drawing/2014/main" id="{7A47B4E9-3D6D-47A1-933C-9E76B467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08916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0" name="survival-v-2-10">
            <a:extLst xmlns:a="http://schemas.openxmlformats.org/drawingml/2006/main">
              <a:ext uri="{FF2B5EF4-FFF2-40B4-BE49-F238E27FC236}">
                <a16:creationId xmlns:a16="http://schemas.microsoft.com/office/drawing/2014/main" id="{90F4EACD-4EAF-4D40-A780-9BD04008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089166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1" name="survival-h-2-11">
            <a:extLst xmlns:a="http://schemas.openxmlformats.org/drawingml/2006/main">
              <a:ext uri="{FF2B5EF4-FFF2-40B4-BE49-F238E27FC236}">
                <a16:creationId xmlns:a16="http://schemas.microsoft.com/office/drawing/2014/main" id="{56381AA3-E217-4CC8-8EDD-366BCF137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13288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2" name="survival-v-2-11">
            <a:extLst xmlns:a="http://schemas.openxmlformats.org/drawingml/2006/main">
              <a:ext uri="{FF2B5EF4-FFF2-40B4-BE49-F238E27FC236}">
                <a16:creationId xmlns:a16="http://schemas.microsoft.com/office/drawing/2014/main" id="{728D5CF8-9599-4D4B-A1B3-1E5CC888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132886"/>
            <a:ext cx="0" cy="4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3" name="survival-h-2-12">
            <a:extLst xmlns:a="http://schemas.openxmlformats.org/drawingml/2006/main">
              <a:ext uri="{FF2B5EF4-FFF2-40B4-BE49-F238E27FC236}">
                <a16:creationId xmlns:a16="http://schemas.microsoft.com/office/drawing/2014/main" id="{7C7FBC01-73CC-40B0-8D66-0B405BB3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174177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4" name="survival-v-2-12">
            <a:extLst xmlns:a="http://schemas.openxmlformats.org/drawingml/2006/main">
              <a:ext uri="{FF2B5EF4-FFF2-40B4-BE49-F238E27FC236}">
                <a16:creationId xmlns:a16="http://schemas.microsoft.com/office/drawing/2014/main" id="{3C319EC9-09AA-46F4-80E5-48AF15E4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174177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5" name="survival-h-2-13">
            <a:extLst xmlns:a="http://schemas.openxmlformats.org/drawingml/2006/main">
              <a:ext uri="{FF2B5EF4-FFF2-40B4-BE49-F238E27FC236}">
                <a16:creationId xmlns:a16="http://schemas.microsoft.com/office/drawing/2014/main" id="{3345617F-71CC-4E92-AF6A-3A8096CF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1789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6" name="survival-v-2-13">
            <a:extLst xmlns:a="http://schemas.openxmlformats.org/drawingml/2006/main">
              <a:ext uri="{FF2B5EF4-FFF2-40B4-BE49-F238E27FC236}">
                <a16:creationId xmlns:a16="http://schemas.microsoft.com/office/drawing/2014/main" id="{E842BDDE-8C65-47DB-953E-6FE4FB09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217896"/>
            <a:ext cx="0" cy="1627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7" name="survival-h-2-14">
            <a:extLst xmlns:a="http://schemas.openxmlformats.org/drawingml/2006/main">
              <a:ext uri="{FF2B5EF4-FFF2-40B4-BE49-F238E27FC236}">
                <a16:creationId xmlns:a16="http://schemas.microsoft.com/office/drawing/2014/main" id="{2B95F373-95D9-4D3F-B374-E2C4C0D6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38063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8" name="survival-v-2-14">
            <a:extLst xmlns:a="http://schemas.openxmlformats.org/drawingml/2006/main">
              <a:ext uri="{FF2B5EF4-FFF2-40B4-BE49-F238E27FC236}">
                <a16:creationId xmlns:a16="http://schemas.microsoft.com/office/drawing/2014/main" id="{A5966FD3-F40B-4343-A8CC-7DB58BFC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380631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39" name="survival-h-2-15">
            <a:extLst xmlns:a="http://schemas.openxmlformats.org/drawingml/2006/main">
              <a:ext uri="{FF2B5EF4-FFF2-40B4-BE49-F238E27FC236}">
                <a16:creationId xmlns:a16="http://schemas.microsoft.com/office/drawing/2014/main" id="{E679231E-824C-4015-B5E1-48CDC9AB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42435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0" name="survival-v-2-15">
            <a:extLst xmlns:a="http://schemas.openxmlformats.org/drawingml/2006/main">
              <a:ext uri="{FF2B5EF4-FFF2-40B4-BE49-F238E27FC236}">
                <a16:creationId xmlns:a16="http://schemas.microsoft.com/office/drawing/2014/main" id="{14081BCE-C965-4FF1-ADF1-31EFA973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424351"/>
            <a:ext cx="0" cy="4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1" name="survival-h-2-16">
            <a:extLst xmlns:a="http://schemas.openxmlformats.org/drawingml/2006/main">
              <a:ext uri="{FF2B5EF4-FFF2-40B4-BE49-F238E27FC236}">
                <a16:creationId xmlns:a16="http://schemas.microsoft.com/office/drawing/2014/main" id="{F5275F5B-45FC-4E03-B617-0C423D8C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46564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2" name="survival-v-2-16">
            <a:extLst xmlns:a="http://schemas.openxmlformats.org/drawingml/2006/main">
              <a:ext uri="{FF2B5EF4-FFF2-40B4-BE49-F238E27FC236}">
                <a16:creationId xmlns:a16="http://schemas.microsoft.com/office/drawing/2014/main" id="{2903DBC0-3798-4CE6-A394-4FBBBED9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465642"/>
            <a:ext cx="0" cy="43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3" name="survival-h-2-17">
            <a:extLst xmlns:a="http://schemas.openxmlformats.org/drawingml/2006/main">
              <a:ext uri="{FF2B5EF4-FFF2-40B4-BE49-F238E27FC236}">
                <a16:creationId xmlns:a16="http://schemas.microsoft.com/office/drawing/2014/main" id="{3EA49A27-7B40-4DDB-BB43-061F6DF24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50936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4" name="survival-v-2-17">
            <a:extLst xmlns:a="http://schemas.openxmlformats.org/drawingml/2006/main">
              <a:ext uri="{FF2B5EF4-FFF2-40B4-BE49-F238E27FC236}">
                <a16:creationId xmlns:a16="http://schemas.microsoft.com/office/drawing/2014/main" id="{1FC91495-893C-49C5-A784-94F9AC1A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509361"/>
            <a:ext cx="0" cy="4129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5" name="survival-h-2-18">
            <a:extLst xmlns:a="http://schemas.openxmlformats.org/drawingml/2006/main">
              <a:ext uri="{FF2B5EF4-FFF2-40B4-BE49-F238E27FC236}">
                <a16:creationId xmlns:a16="http://schemas.microsoft.com/office/drawing/2014/main" id="{B565C6A3-4A2D-44D0-ADFA-1662B202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55065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6" name="survival-v-2-18">
            <a:extLst xmlns:a="http://schemas.openxmlformats.org/drawingml/2006/main">
              <a:ext uri="{FF2B5EF4-FFF2-40B4-BE49-F238E27FC236}">
                <a16:creationId xmlns:a16="http://schemas.microsoft.com/office/drawing/2014/main" id="{B2EDFFFC-6FC7-401C-B840-AE6D1E73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550652"/>
            <a:ext cx="0" cy="31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7" name="survival-h-2-19">
            <a:extLst xmlns:a="http://schemas.openxmlformats.org/drawingml/2006/main">
              <a:ext uri="{FF2B5EF4-FFF2-40B4-BE49-F238E27FC236}">
                <a16:creationId xmlns:a16="http://schemas.microsoft.com/office/drawing/2014/main" id="{C4FAAB02-9169-4F35-AA1B-CAE5FDCA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58222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8" name="survival-v-2-19">
            <a:extLst xmlns:a="http://schemas.openxmlformats.org/drawingml/2006/main">
              <a:ext uri="{FF2B5EF4-FFF2-40B4-BE49-F238E27FC236}">
                <a16:creationId xmlns:a16="http://schemas.microsoft.com/office/drawing/2014/main" id="{452BDA47-3BC0-4472-93C1-2D9CD5F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58222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49" name="survival-h-2-20">
            <a:extLst xmlns:a="http://schemas.openxmlformats.org/drawingml/2006/main">
              <a:ext uri="{FF2B5EF4-FFF2-40B4-BE49-F238E27FC236}">
                <a16:creationId xmlns:a16="http://schemas.microsoft.com/office/drawing/2014/main" id="{2D05D257-7031-4276-8331-3028A10F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58222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0" name="survival-v-2-20">
            <a:extLst xmlns:a="http://schemas.openxmlformats.org/drawingml/2006/main">
              <a:ext uri="{FF2B5EF4-FFF2-40B4-BE49-F238E27FC236}">
                <a16:creationId xmlns:a16="http://schemas.microsoft.com/office/drawing/2014/main" id="{36E3C993-7A80-47A1-9424-E73A3487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58222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1" name="survival-h-2-21">
            <a:extLst xmlns:a="http://schemas.openxmlformats.org/drawingml/2006/main">
              <a:ext uri="{FF2B5EF4-FFF2-40B4-BE49-F238E27FC236}">
                <a16:creationId xmlns:a16="http://schemas.microsoft.com/office/drawing/2014/main" id="{F2B06630-338B-4356-934B-40C40D6A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58222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2" name="survival-v-2-21">
            <a:extLst xmlns:a="http://schemas.openxmlformats.org/drawingml/2006/main">
              <a:ext uri="{FF2B5EF4-FFF2-40B4-BE49-F238E27FC236}">
                <a16:creationId xmlns:a16="http://schemas.microsoft.com/office/drawing/2014/main" id="{561A67F6-C4D2-4703-9780-377B9024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58222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3" name="survival-h-2-22">
            <a:extLst xmlns:a="http://schemas.openxmlformats.org/drawingml/2006/main">
              <a:ext uri="{FF2B5EF4-FFF2-40B4-BE49-F238E27FC236}">
                <a16:creationId xmlns:a16="http://schemas.microsoft.com/office/drawing/2014/main" id="{3772F2D8-139D-4850-A393-4742E06F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58222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4" name="survival-v-2-22">
            <a:extLst xmlns:a="http://schemas.openxmlformats.org/drawingml/2006/main">
              <a:ext uri="{FF2B5EF4-FFF2-40B4-BE49-F238E27FC236}">
                <a16:creationId xmlns:a16="http://schemas.microsoft.com/office/drawing/2014/main" id="{965C52AC-14B9-48FA-9272-95261E91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58222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5" name="survival-h-2-23">
            <a:extLst xmlns:a="http://schemas.openxmlformats.org/drawingml/2006/main">
              <a:ext uri="{FF2B5EF4-FFF2-40B4-BE49-F238E27FC236}">
                <a16:creationId xmlns:a16="http://schemas.microsoft.com/office/drawing/2014/main" id="{541B685B-D5D5-4843-B0A9-B7B4F679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58222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6" name="survival-v-2-23">
            <a:extLst xmlns:a="http://schemas.openxmlformats.org/drawingml/2006/main">
              <a:ext uri="{FF2B5EF4-FFF2-40B4-BE49-F238E27FC236}">
                <a16:creationId xmlns:a16="http://schemas.microsoft.com/office/drawing/2014/main" id="{F85F7E55-9306-4627-9703-90CD04F7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58222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7" name="survival-h-2-24">
            <a:extLst xmlns:a="http://schemas.openxmlformats.org/drawingml/2006/main">
              <a:ext uri="{FF2B5EF4-FFF2-40B4-BE49-F238E27FC236}">
                <a16:creationId xmlns:a16="http://schemas.microsoft.com/office/drawing/2014/main" id="{291BF11D-C751-4D59-A424-15590314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58222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8" name="survival-v-2-24">
            <a:extLst xmlns:a="http://schemas.openxmlformats.org/drawingml/2006/main">
              <a:ext uri="{FF2B5EF4-FFF2-40B4-BE49-F238E27FC236}">
                <a16:creationId xmlns:a16="http://schemas.microsoft.com/office/drawing/2014/main" id="{B4ACDD6F-CDC4-4F1E-8E43-B615022F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82228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F6FB2"/>
            </a:solidFill>
            <a:prstDash val="solid"/>
          </a:ln>
        </p:spPr>
      </p:sp>
      <p:sp>
        <p:nvSpPr>
          <p:cNvPr id="159" name="survival-h-3-1">
            <a:extLst xmlns:a="http://schemas.openxmlformats.org/drawingml/2006/main">
              <a:ext uri="{FF2B5EF4-FFF2-40B4-BE49-F238E27FC236}">
                <a16:creationId xmlns:a16="http://schemas.microsoft.com/office/drawing/2014/main" id="{DC498FBF-ADE1-407D-A06E-79B8E5B5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0" name="survival-v-3-1">
            <a:extLst xmlns:a="http://schemas.openxmlformats.org/drawingml/2006/main">
              <a:ext uri="{FF2B5EF4-FFF2-40B4-BE49-F238E27FC236}">
                <a16:creationId xmlns:a16="http://schemas.microsoft.com/office/drawing/2014/main" id="{BBFE842C-2423-493C-A15C-F43B80AA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562100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1" name="survival-h-3-2">
            <a:extLst xmlns:a="http://schemas.openxmlformats.org/drawingml/2006/main">
              <a:ext uri="{FF2B5EF4-FFF2-40B4-BE49-F238E27FC236}">
                <a16:creationId xmlns:a16="http://schemas.microsoft.com/office/drawing/2014/main" id="{92BD8B6E-E2C6-4FC8-AC53-B7E251F5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61796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2" name="survival-v-3-2">
            <a:extLst xmlns:a="http://schemas.openxmlformats.org/drawingml/2006/main">
              <a:ext uri="{FF2B5EF4-FFF2-40B4-BE49-F238E27FC236}">
                <a16:creationId xmlns:a16="http://schemas.microsoft.com/office/drawing/2014/main" id="{F0D2E2AA-1363-448D-8528-B10424E85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17964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3" name="survival-h-3-3">
            <a:extLst xmlns:a="http://schemas.openxmlformats.org/drawingml/2006/main">
              <a:ext uri="{FF2B5EF4-FFF2-40B4-BE49-F238E27FC236}">
                <a16:creationId xmlns:a16="http://schemas.microsoft.com/office/drawing/2014/main" id="{8A822A37-033F-4333-9901-AE0171E0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7382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4" name="survival-v-3-3">
            <a:extLst xmlns:a="http://schemas.openxmlformats.org/drawingml/2006/main">
              <a:ext uri="{FF2B5EF4-FFF2-40B4-BE49-F238E27FC236}">
                <a16:creationId xmlns:a16="http://schemas.microsoft.com/office/drawing/2014/main" id="{E43D3E3E-0B0F-4ECD-B3CA-ED58917E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673828"/>
            <a:ext cx="0" cy="2744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5" name="survival-h-3-4">
            <a:extLst xmlns:a="http://schemas.openxmlformats.org/drawingml/2006/main">
              <a:ext uri="{FF2B5EF4-FFF2-40B4-BE49-F238E27FC236}">
                <a16:creationId xmlns:a16="http://schemas.microsoft.com/office/drawing/2014/main" id="{44291B62-2ACF-4391-A254-7E8FA4C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94829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6" name="survival-v-3-4">
            <a:extLst xmlns:a="http://schemas.openxmlformats.org/drawingml/2006/main">
              <a:ext uri="{FF2B5EF4-FFF2-40B4-BE49-F238E27FC236}">
                <a16:creationId xmlns:a16="http://schemas.microsoft.com/office/drawing/2014/main" id="{90EE7AF1-909D-4B29-B51A-FA1C96C8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948291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7" name="survival-h-3-5">
            <a:extLst xmlns:a="http://schemas.openxmlformats.org/drawingml/2006/main">
              <a:ext uri="{FF2B5EF4-FFF2-40B4-BE49-F238E27FC236}">
                <a16:creationId xmlns:a16="http://schemas.microsoft.com/office/drawing/2014/main" id="{5FFF1449-52EA-48C7-95A7-7F1DA4AC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200415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8" name="survival-v-3-5">
            <a:extLst xmlns:a="http://schemas.openxmlformats.org/drawingml/2006/main">
              <a:ext uri="{FF2B5EF4-FFF2-40B4-BE49-F238E27FC236}">
                <a16:creationId xmlns:a16="http://schemas.microsoft.com/office/drawing/2014/main" id="{62969696-20CD-4344-8A2F-90D6FF45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2004155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69" name="survival-h-3-6">
            <a:extLst xmlns:a="http://schemas.openxmlformats.org/drawingml/2006/main">
              <a:ext uri="{FF2B5EF4-FFF2-40B4-BE49-F238E27FC236}">
                <a16:creationId xmlns:a16="http://schemas.microsoft.com/office/drawing/2014/main" id="{E4F1AB17-EECA-4701-B0E8-A205565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2060019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0" name="survival-v-3-6">
            <a:extLst xmlns:a="http://schemas.openxmlformats.org/drawingml/2006/main">
              <a:ext uri="{FF2B5EF4-FFF2-40B4-BE49-F238E27FC236}">
                <a16:creationId xmlns:a16="http://schemas.microsoft.com/office/drawing/2014/main" id="{1ADDCE85-0557-48E0-A980-DDA6800F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060019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1" name="survival-h-3-7">
            <a:extLst xmlns:a="http://schemas.openxmlformats.org/drawingml/2006/main">
              <a:ext uri="{FF2B5EF4-FFF2-40B4-BE49-F238E27FC236}">
                <a16:creationId xmlns:a16="http://schemas.microsoft.com/office/drawing/2014/main" id="{079971C3-B40B-46F5-9F92-6B588AD3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211588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2" name="survival-v-3-7">
            <a:extLst xmlns:a="http://schemas.openxmlformats.org/drawingml/2006/main">
              <a:ext uri="{FF2B5EF4-FFF2-40B4-BE49-F238E27FC236}">
                <a16:creationId xmlns:a16="http://schemas.microsoft.com/office/drawing/2014/main" id="{B936BAA4-9112-43CD-A007-5F25AB3F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2115884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3" name="survival-h-3-8">
            <a:extLst xmlns:a="http://schemas.openxmlformats.org/drawingml/2006/main">
              <a:ext uri="{FF2B5EF4-FFF2-40B4-BE49-F238E27FC236}">
                <a16:creationId xmlns:a16="http://schemas.microsoft.com/office/drawing/2014/main" id="{10D3C4CE-51A6-4EDC-82B0-9BB76369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217174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4" name="survival-v-3-8">
            <a:extLst xmlns:a="http://schemas.openxmlformats.org/drawingml/2006/main">
              <a:ext uri="{FF2B5EF4-FFF2-40B4-BE49-F238E27FC236}">
                <a16:creationId xmlns:a16="http://schemas.microsoft.com/office/drawing/2014/main" id="{0E9D1FE9-9873-4F9B-9C88-EEA68841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171748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5" name="survival-h-3-9">
            <a:extLst xmlns:a="http://schemas.openxmlformats.org/drawingml/2006/main">
              <a:ext uri="{FF2B5EF4-FFF2-40B4-BE49-F238E27FC236}">
                <a16:creationId xmlns:a16="http://schemas.microsoft.com/office/drawing/2014/main" id="{CBA982FF-289B-4A61-B23B-940349B0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22761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6" name="survival-v-3-9">
            <a:extLst xmlns:a="http://schemas.openxmlformats.org/drawingml/2006/main">
              <a:ext uri="{FF2B5EF4-FFF2-40B4-BE49-F238E27FC236}">
                <a16:creationId xmlns:a16="http://schemas.microsoft.com/office/drawing/2014/main" id="{165B450A-5875-4D33-8AB9-999DA930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227612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7" name="survival-h-3-10">
            <a:extLst xmlns:a="http://schemas.openxmlformats.org/drawingml/2006/main">
              <a:ext uri="{FF2B5EF4-FFF2-40B4-BE49-F238E27FC236}">
                <a16:creationId xmlns:a16="http://schemas.microsoft.com/office/drawing/2014/main" id="{EB931AE3-0DFC-42CE-9B4F-09509845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228347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8" name="survival-v-3-10">
            <a:extLst xmlns:a="http://schemas.openxmlformats.org/drawingml/2006/main">
              <a:ext uri="{FF2B5EF4-FFF2-40B4-BE49-F238E27FC236}">
                <a16:creationId xmlns:a16="http://schemas.microsoft.com/office/drawing/2014/main" id="{DB3BA868-D9BC-4338-B035-3537A175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283476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79" name="survival-h-3-11">
            <a:extLst xmlns:a="http://schemas.openxmlformats.org/drawingml/2006/main">
              <a:ext uri="{FF2B5EF4-FFF2-40B4-BE49-F238E27FC236}">
                <a16:creationId xmlns:a16="http://schemas.microsoft.com/office/drawing/2014/main" id="{7D4F14A4-C83D-4037-B318-5148DBA9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233934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0" name="survival-v-3-11">
            <a:extLst xmlns:a="http://schemas.openxmlformats.org/drawingml/2006/main">
              <a:ext uri="{FF2B5EF4-FFF2-40B4-BE49-F238E27FC236}">
                <a16:creationId xmlns:a16="http://schemas.microsoft.com/office/drawing/2014/main" id="{055B44C1-8B6B-48EE-942B-5ED7A8C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339340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1" name="survival-h-3-12">
            <a:extLst xmlns:a="http://schemas.openxmlformats.org/drawingml/2006/main">
              <a:ext uri="{FF2B5EF4-FFF2-40B4-BE49-F238E27FC236}">
                <a16:creationId xmlns:a16="http://schemas.microsoft.com/office/drawing/2014/main" id="{1559BF99-DD71-4F08-B338-706ADBFA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39520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2" name="survival-v-3-12">
            <a:extLst xmlns:a="http://schemas.openxmlformats.org/drawingml/2006/main">
              <a:ext uri="{FF2B5EF4-FFF2-40B4-BE49-F238E27FC236}">
                <a16:creationId xmlns:a16="http://schemas.microsoft.com/office/drawing/2014/main" id="{A6935046-C3A6-47EA-ACA7-8F5E6FFA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95204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3" name="survival-h-3-13">
            <a:extLst xmlns:a="http://schemas.openxmlformats.org/drawingml/2006/main">
              <a:ext uri="{FF2B5EF4-FFF2-40B4-BE49-F238E27FC236}">
                <a16:creationId xmlns:a16="http://schemas.microsoft.com/office/drawing/2014/main" id="{A9083815-DDFA-484D-A82A-896029D2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5106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4" name="survival-v-3-13">
            <a:extLst xmlns:a="http://schemas.openxmlformats.org/drawingml/2006/main">
              <a:ext uri="{FF2B5EF4-FFF2-40B4-BE49-F238E27FC236}">
                <a16:creationId xmlns:a16="http://schemas.microsoft.com/office/drawing/2014/main" id="{BA8F4FB5-E910-4376-99C8-494F7E2B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451068"/>
            <a:ext cx="0" cy="2501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5" name="survival-h-3-14">
            <a:extLst xmlns:a="http://schemas.openxmlformats.org/drawingml/2006/main">
              <a:ext uri="{FF2B5EF4-FFF2-40B4-BE49-F238E27FC236}">
                <a16:creationId xmlns:a16="http://schemas.microsoft.com/office/drawing/2014/main" id="{13E3948F-BD96-4852-8C22-E3C907A6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70124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6" name="survival-v-3-14">
            <a:extLst xmlns:a="http://schemas.openxmlformats.org/drawingml/2006/main">
              <a:ext uri="{FF2B5EF4-FFF2-40B4-BE49-F238E27FC236}">
                <a16:creationId xmlns:a16="http://schemas.microsoft.com/office/drawing/2014/main" id="{1E920FC4-0C42-4A8F-9189-F753D23E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701242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7" name="survival-h-3-15">
            <a:extLst xmlns:a="http://schemas.openxmlformats.org/drawingml/2006/main">
              <a:ext uri="{FF2B5EF4-FFF2-40B4-BE49-F238E27FC236}">
                <a16:creationId xmlns:a16="http://schemas.microsoft.com/office/drawing/2014/main" id="{F12CE79A-3713-4880-B3F3-AF688EA0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757107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8" name="survival-v-3-15">
            <a:extLst xmlns:a="http://schemas.openxmlformats.org/drawingml/2006/main">
              <a:ext uri="{FF2B5EF4-FFF2-40B4-BE49-F238E27FC236}">
                <a16:creationId xmlns:a16="http://schemas.microsoft.com/office/drawing/2014/main" id="{90035784-83ED-4B1D-98DE-843E9C94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757107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89" name="survival-h-3-16">
            <a:extLst xmlns:a="http://schemas.openxmlformats.org/drawingml/2006/main">
              <a:ext uri="{FF2B5EF4-FFF2-40B4-BE49-F238E27FC236}">
                <a16:creationId xmlns:a16="http://schemas.microsoft.com/office/drawing/2014/main" id="{63DA2397-AFF4-498D-9FC9-3362FB98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81297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0" name="survival-v-3-16">
            <a:extLst xmlns:a="http://schemas.openxmlformats.org/drawingml/2006/main">
              <a:ext uri="{FF2B5EF4-FFF2-40B4-BE49-F238E27FC236}">
                <a16:creationId xmlns:a16="http://schemas.microsoft.com/office/drawing/2014/main" id="{61F9CDAA-7448-41EC-BC8C-9EED63FB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812971"/>
            <a:ext cx="0" cy="5586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1" name="survival-h-3-17">
            <a:extLst xmlns:a="http://schemas.openxmlformats.org/drawingml/2006/main">
              <a:ext uri="{FF2B5EF4-FFF2-40B4-BE49-F238E27FC236}">
                <a16:creationId xmlns:a16="http://schemas.microsoft.com/office/drawing/2014/main" id="{B6FC3855-C030-4123-98F5-A3C7DBE6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86883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2" name="survival-v-3-17">
            <a:extLst xmlns:a="http://schemas.openxmlformats.org/drawingml/2006/main">
              <a:ext uri="{FF2B5EF4-FFF2-40B4-BE49-F238E27FC236}">
                <a16:creationId xmlns:a16="http://schemas.microsoft.com/office/drawing/2014/main" id="{5DC0D988-6118-409D-80EB-0D7B75DD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868835"/>
            <a:ext cx="0" cy="534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3" name="survival-h-3-18">
            <a:extLst xmlns:a="http://schemas.openxmlformats.org/drawingml/2006/main">
              <a:ext uri="{FF2B5EF4-FFF2-40B4-BE49-F238E27FC236}">
                <a16:creationId xmlns:a16="http://schemas.microsoft.com/office/drawing/2014/main" id="{48705D11-0F0F-4629-AAC7-8042ABE5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92227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4" name="survival-v-3-18">
            <a:extLst xmlns:a="http://schemas.openxmlformats.org/drawingml/2006/main">
              <a:ext uri="{FF2B5EF4-FFF2-40B4-BE49-F238E27FC236}">
                <a16:creationId xmlns:a16="http://schemas.microsoft.com/office/drawing/2014/main" id="{95DEDFB6-6982-4A1E-81CC-7BE00380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92227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5" name="survival-h-3-19">
            <a:extLst xmlns:a="http://schemas.openxmlformats.org/drawingml/2006/main">
              <a:ext uri="{FF2B5EF4-FFF2-40B4-BE49-F238E27FC236}">
                <a16:creationId xmlns:a16="http://schemas.microsoft.com/office/drawing/2014/main" id="{4C91374D-8034-49F3-A277-82A76D03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92227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6" name="survival-v-3-19">
            <a:extLst xmlns:a="http://schemas.openxmlformats.org/drawingml/2006/main">
              <a:ext uri="{FF2B5EF4-FFF2-40B4-BE49-F238E27FC236}">
                <a16:creationId xmlns:a16="http://schemas.microsoft.com/office/drawing/2014/main" id="{2AA0E326-843F-4CB1-934A-1654D433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92227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7" name="survival-h-3-20">
            <a:extLst xmlns:a="http://schemas.openxmlformats.org/drawingml/2006/main">
              <a:ext uri="{FF2B5EF4-FFF2-40B4-BE49-F238E27FC236}">
                <a16:creationId xmlns:a16="http://schemas.microsoft.com/office/drawing/2014/main" id="{ACA5937F-2CC8-417A-8674-1912AC55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92227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8" name="survival-v-3-20">
            <a:extLst xmlns:a="http://schemas.openxmlformats.org/drawingml/2006/main">
              <a:ext uri="{FF2B5EF4-FFF2-40B4-BE49-F238E27FC236}">
                <a16:creationId xmlns:a16="http://schemas.microsoft.com/office/drawing/2014/main" id="{164BA08D-E060-47A9-AB48-38699D59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92227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199" name="survival-h-3-21">
            <a:extLst xmlns:a="http://schemas.openxmlformats.org/drawingml/2006/main">
              <a:ext uri="{FF2B5EF4-FFF2-40B4-BE49-F238E27FC236}">
                <a16:creationId xmlns:a16="http://schemas.microsoft.com/office/drawing/2014/main" id="{BE9488FD-402D-4784-B5A8-8444227E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92227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0" name="survival-v-3-21">
            <a:extLst xmlns:a="http://schemas.openxmlformats.org/drawingml/2006/main">
              <a:ext uri="{FF2B5EF4-FFF2-40B4-BE49-F238E27FC236}">
                <a16:creationId xmlns:a16="http://schemas.microsoft.com/office/drawing/2014/main" id="{61DAEDF3-D8E0-437D-8260-927D8499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92227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1" name="survival-h-3-22">
            <a:extLst xmlns:a="http://schemas.openxmlformats.org/drawingml/2006/main">
              <a:ext uri="{FF2B5EF4-FFF2-40B4-BE49-F238E27FC236}">
                <a16:creationId xmlns:a16="http://schemas.microsoft.com/office/drawing/2014/main" id="{8FB10864-E8EB-4049-8435-71ECE5AE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92227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2" name="survival-v-3-22">
            <a:extLst xmlns:a="http://schemas.openxmlformats.org/drawingml/2006/main">
              <a:ext uri="{FF2B5EF4-FFF2-40B4-BE49-F238E27FC236}">
                <a16:creationId xmlns:a16="http://schemas.microsoft.com/office/drawing/2014/main" id="{C6556B46-E594-489B-9F6B-175DBD6E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92227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3" name="survival-h-3-23">
            <a:extLst xmlns:a="http://schemas.openxmlformats.org/drawingml/2006/main">
              <a:ext uri="{FF2B5EF4-FFF2-40B4-BE49-F238E27FC236}">
                <a16:creationId xmlns:a16="http://schemas.microsoft.com/office/drawing/2014/main" id="{6A161EB2-2F43-4839-8679-DB9223B0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92227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4" name="survival-v-3-23">
            <a:extLst xmlns:a="http://schemas.openxmlformats.org/drawingml/2006/main">
              <a:ext uri="{FF2B5EF4-FFF2-40B4-BE49-F238E27FC236}">
                <a16:creationId xmlns:a16="http://schemas.microsoft.com/office/drawing/2014/main" id="{9FBD353A-969C-4105-8745-48B5E015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92227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5" name="survival-h-3-24">
            <a:extLst xmlns:a="http://schemas.openxmlformats.org/drawingml/2006/main">
              <a:ext uri="{FF2B5EF4-FFF2-40B4-BE49-F238E27FC236}">
                <a16:creationId xmlns:a16="http://schemas.microsoft.com/office/drawing/2014/main" id="{A9339433-2C93-4489-947F-DC23DB7E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92227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6" name="survival-v-3-24">
            <a:extLst xmlns:a="http://schemas.openxmlformats.org/drawingml/2006/main">
              <a:ext uri="{FF2B5EF4-FFF2-40B4-BE49-F238E27FC236}">
                <a16:creationId xmlns:a16="http://schemas.microsoft.com/office/drawing/2014/main" id="{C81AE679-27F7-4820-9873-37369FF6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227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397BD"/>
            </a:solidFill>
            <a:prstDash val="solid"/>
          </a:ln>
        </p:spPr>
      </p:sp>
      <p:sp>
        <p:nvSpPr>
          <p:cNvPr id="207" name="survival-h-4-1">
            <a:extLst xmlns:a="http://schemas.openxmlformats.org/drawingml/2006/main">
              <a:ext uri="{FF2B5EF4-FFF2-40B4-BE49-F238E27FC236}">
                <a16:creationId xmlns:a16="http://schemas.microsoft.com/office/drawing/2014/main" id="{15E825C8-6740-4FF8-9CE3-05B74240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62100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08" name="survival-v-4-1">
            <a:extLst xmlns:a="http://schemas.openxmlformats.org/drawingml/2006/main">
              <a:ext uri="{FF2B5EF4-FFF2-40B4-BE49-F238E27FC236}">
                <a16:creationId xmlns:a16="http://schemas.microsoft.com/office/drawing/2014/main" id="{3501820C-69D5-43DA-BBDF-A8B693AF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562100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09" name="survival-h-4-2">
            <a:extLst xmlns:a="http://schemas.openxmlformats.org/drawingml/2006/main">
              <a:ext uri="{FF2B5EF4-FFF2-40B4-BE49-F238E27FC236}">
                <a16:creationId xmlns:a16="http://schemas.microsoft.com/office/drawing/2014/main" id="{E0A28289-9E60-4050-BCB3-9E5D7F1C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281" y="159853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0" name="survival-v-4-2">
            <a:extLst xmlns:a="http://schemas.openxmlformats.org/drawingml/2006/main">
              <a:ext uri="{FF2B5EF4-FFF2-40B4-BE49-F238E27FC236}">
                <a16:creationId xmlns:a16="http://schemas.microsoft.com/office/drawing/2014/main" id="{AE32FA92-E0D3-49BB-91DC-62F6B160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598533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1" name="survival-h-4-3">
            <a:extLst xmlns:a="http://schemas.openxmlformats.org/drawingml/2006/main">
              <a:ext uri="{FF2B5EF4-FFF2-40B4-BE49-F238E27FC236}">
                <a16:creationId xmlns:a16="http://schemas.microsoft.com/office/drawing/2014/main" id="{0772B8A9-A951-4841-A3F8-4E8806DB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812" y="163496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2" name="survival-v-4-3">
            <a:extLst xmlns:a="http://schemas.openxmlformats.org/drawingml/2006/main">
              <a:ext uri="{FF2B5EF4-FFF2-40B4-BE49-F238E27FC236}">
                <a16:creationId xmlns:a16="http://schemas.microsoft.com/office/drawing/2014/main" id="{970B0101-D724-401F-8D29-2107C6D2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634966"/>
            <a:ext cx="0" cy="1092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3" name="survival-h-4-4">
            <a:extLst xmlns:a="http://schemas.openxmlformats.org/drawingml/2006/main">
              <a:ext uri="{FF2B5EF4-FFF2-40B4-BE49-F238E27FC236}">
                <a16:creationId xmlns:a16="http://schemas.microsoft.com/office/drawing/2014/main" id="{4D52ECEB-6060-439B-AFEE-740BC906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174426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4" name="survival-v-4-4">
            <a:extLst xmlns:a="http://schemas.openxmlformats.org/drawingml/2006/main">
              <a:ext uri="{FF2B5EF4-FFF2-40B4-BE49-F238E27FC236}">
                <a16:creationId xmlns:a16="http://schemas.microsoft.com/office/drawing/2014/main" id="{8175A52D-FE73-42CF-AF1D-5C899695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744266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5" name="survival-h-4-5">
            <a:extLst xmlns:a="http://schemas.openxmlformats.org/drawingml/2006/main">
              <a:ext uri="{FF2B5EF4-FFF2-40B4-BE49-F238E27FC236}">
                <a16:creationId xmlns:a16="http://schemas.microsoft.com/office/drawing/2014/main" id="{FF23013B-C192-4780-BC47-784C88F4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875" y="1780699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6" name="survival-v-4-5">
            <a:extLst xmlns:a="http://schemas.openxmlformats.org/drawingml/2006/main">
              <a:ext uri="{FF2B5EF4-FFF2-40B4-BE49-F238E27FC236}">
                <a16:creationId xmlns:a16="http://schemas.microsoft.com/office/drawing/2014/main" id="{747940BF-3821-40A2-AED9-55468DFEE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1780699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7" name="survival-h-4-6">
            <a:extLst xmlns:a="http://schemas.openxmlformats.org/drawingml/2006/main">
              <a:ext uri="{FF2B5EF4-FFF2-40B4-BE49-F238E27FC236}">
                <a16:creationId xmlns:a16="http://schemas.microsoft.com/office/drawing/2014/main" id="{525044E9-AF6B-46AD-8EA7-A08BA4F9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406" y="181713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8" name="survival-v-4-6">
            <a:extLst xmlns:a="http://schemas.openxmlformats.org/drawingml/2006/main">
              <a:ext uri="{FF2B5EF4-FFF2-40B4-BE49-F238E27FC236}">
                <a16:creationId xmlns:a16="http://schemas.microsoft.com/office/drawing/2014/main" id="{01EA875C-E6A6-48ED-A3D6-F5A96ACB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1817132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19" name="survival-h-4-7">
            <a:extLst xmlns:a="http://schemas.openxmlformats.org/drawingml/2006/main">
              <a:ext uri="{FF2B5EF4-FFF2-40B4-BE49-F238E27FC236}">
                <a16:creationId xmlns:a16="http://schemas.microsoft.com/office/drawing/2014/main" id="{390A12B5-3099-4497-AFE3-2FECAA0D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1853565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0" name="survival-v-4-7">
            <a:extLst xmlns:a="http://schemas.openxmlformats.org/drawingml/2006/main">
              <a:ext uri="{FF2B5EF4-FFF2-40B4-BE49-F238E27FC236}">
                <a16:creationId xmlns:a16="http://schemas.microsoft.com/office/drawing/2014/main" id="{99F36CD5-2AF1-406C-97C2-EFBA25C2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1853565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1" name="survival-h-4-8">
            <a:extLst xmlns:a="http://schemas.openxmlformats.org/drawingml/2006/main">
              <a:ext uri="{FF2B5EF4-FFF2-40B4-BE49-F238E27FC236}">
                <a16:creationId xmlns:a16="http://schemas.microsoft.com/office/drawing/2014/main" id="{EA9B94C8-3430-4047-8BC6-96AD7C74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2469" y="188999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2" name="survival-v-4-8">
            <a:extLst xmlns:a="http://schemas.openxmlformats.org/drawingml/2006/main">
              <a:ext uri="{FF2B5EF4-FFF2-40B4-BE49-F238E27FC236}">
                <a16:creationId xmlns:a16="http://schemas.microsoft.com/office/drawing/2014/main" id="{AFF23A5D-39F0-4124-BA18-5D36A416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1889998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3" name="survival-h-4-9">
            <a:extLst xmlns:a="http://schemas.openxmlformats.org/drawingml/2006/main">
              <a:ext uri="{FF2B5EF4-FFF2-40B4-BE49-F238E27FC236}">
                <a16:creationId xmlns:a16="http://schemas.microsoft.com/office/drawing/2014/main" id="{E5B5E5CE-5876-42DA-AD76-D62BA13D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192643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4" name="survival-v-4-9">
            <a:extLst xmlns:a="http://schemas.openxmlformats.org/drawingml/2006/main">
              <a:ext uri="{FF2B5EF4-FFF2-40B4-BE49-F238E27FC236}">
                <a16:creationId xmlns:a16="http://schemas.microsoft.com/office/drawing/2014/main" id="{C77EED33-6F47-4CD6-94D3-BA28307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1926431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5" name="survival-h-4-10">
            <a:extLst xmlns:a="http://schemas.openxmlformats.org/drawingml/2006/main">
              <a:ext uri="{FF2B5EF4-FFF2-40B4-BE49-F238E27FC236}">
                <a16:creationId xmlns:a16="http://schemas.microsoft.com/office/drawing/2014/main" id="{AB54F9BE-EB9A-4F0C-8A81-DC27C850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9531" y="196286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6" name="survival-v-4-10">
            <a:extLst xmlns:a="http://schemas.openxmlformats.org/drawingml/2006/main">
              <a:ext uri="{FF2B5EF4-FFF2-40B4-BE49-F238E27FC236}">
                <a16:creationId xmlns:a16="http://schemas.microsoft.com/office/drawing/2014/main" id="{D3AD457E-FEA9-447F-9F5D-B98A9595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1962864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7" name="survival-h-4-11">
            <a:extLst xmlns:a="http://schemas.openxmlformats.org/drawingml/2006/main">
              <a:ext uri="{FF2B5EF4-FFF2-40B4-BE49-F238E27FC236}">
                <a16:creationId xmlns:a16="http://schemas.microsoft.com/office/drawing/2014/main" id="{DEF865FB-FC55-4750-B31C-A5A06FDC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3063" y="1999298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8" name="survival-v-4-11">
            <a:extLst xmlns:a="http://schemas.openxmlformats.org/drawingml/2006/main">
              <a:ext uri="{FF2B5EF4-FFF2-40B4-BE49-F238E27FC236}">
                <a16:creationId xmlns:a16="http://schemas.microsoft.com/office/drawing/2014/main" id="{C7792692-CB31-4164-840F-E303E90F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1999298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29" name="survival-h-4-12">
            <a:extLst xmlns:a="http://schemas.openxmlformats.org/drawingml/2006/main">
              <a:ext uri="{FF2B5EF4-FFF2-40B4-BE49-F238E27FC236}">
                <a16:creationId xmlns:a16="http://schemas.microsoft.com/office/drawing/2014/main" id="{82D4E1F2-6945-47C5-AE19-A79CE5E8B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594" y="2035731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0" name="survival-v-4-12">
            <a:extLst xmlns:a="http://schemas.openxmlformats.org/drawingml/2006/main">
              <a:ext uri="{FF2B5EF4-FFF2-40B4-BE49-F238E27FC236}">
                <a16:creationId xmlns:a16="http://schemas.microsoft.com/office/drawing/2014/main" id="{BA58337B-18C7-4C17-B289-B6596B89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35731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1" name="survival-h-4-13">
            <a:extLst xmlns:a="http://schemas.openxmlformats.org/drawingml/2006/main">
              <a:ext uri="{FF2B5EF4-FFF2-40B4-BE49-F238E27FC236}">
                <a16:creationId xmlns:a16="http://schemas.microsoft.com/office/drawing/2014/main" id="{731E6E21-7D59-4A8D-9BD2-0EDB883C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072164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2" name="survival-v-4-13">
            <a:extLst xmlns:a="http://schemas.openxmlformats.org/drawingml/2006/main">
              <a:ext uri="{FF2B5EF4-FFF2-40B4-BE49-F238E27FC236}">
                <a16:creationId xmlns:a16="http://schemas.microsoft.com/office/drawing/2014/main" id="{F29F86E4-3610-40FF-82CA-8E244C4EB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072164"/>
            <a:ext cx="0" cy="1092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3" name="survival-h-4-14">
            <a:extLst xmlns:a="http://schemas.openxmlformats.org/drawingml/2006/main">
              <a:ext uri="{FF2B5EF4-FFF2-40B4-BE49-F238E27FC236}">
                <a16:creationId xmlns:a16="http://schemas.microsoft.com/office/drawing/2014/main" id="{3121951B-C68B-4C5E-9E9D-F4E61D18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656" y="218146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4" name="survival-v-4-14">
            <a:extLst xmlns:a="http://schemas.openxmlformats.org/drawingml/2006/main">
              <a:ext uri="{FF2B5EF4-FFF2-40B4-BE49-F238E27FC236}">
                <a16:creationId xmlns:a16="http://schemas.microsoft.com/office/drawing/2014/main" id="{35C8351F-FC0D-456A-897F-ECC7A5F9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181463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5" name="survival-h-4-15">
            <a:extLst xmlns:a="http://schemas.openxmlformats.org/drawingml/2006/main">
              <a:ext uri="{FF2B5EF4-FFF2-40B4-BE49-F238E27FC236}">
                <a16:creationId xmlns:a16="http://schemas.microsoft.com/office/drawing/2014/main" id="{041D5D69-D43F-42D5-B9BE-D2E82D47E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188" y="221789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6" name="survival-v-4-15">
            <a:extLst xmlns:a="http://schemas.openxmlformats.org/drawingml/2006/main">
              <a:ext uri="{FF2B5EF4-FFF2-40B4-BE49-F238E27FC236}">
                <a16:creationId xmlns:a16="http://schemas.microsoft.com/office/drawing/2014/main" id="{EFB47020-EE0A-401A-8750-4EC971A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217896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7" name="survival-h-4-16">
            <a:extLst xmlns:a="http://schemas.openxmlformats.org/drawingml/2006/main">
              <a:ext uri="{FF2B5EF4-FFF2-40B4-BE49-F238E27FC236}">
                <a16:creationId xmlns:a16="http://schemas.microsoft.com/office/drawing/2014/main" id="{2885059B-2B28-4CB2-B9DF-ACDBDD94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719" y="2254329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8" name="survival-v-4-16">
            <a:extLst xmlns:a="http://schemas.openxmlformats.org/drawingml/2006/main">
              <a:ext uri="{FF2B5EF4-FFF2-40B4-BE49-F238E27FC236}">
                <a16:creationId xmlns:a16="http://schemas.microsoft.com/office/drawing/2014/main" id="{3AD14AFB-9631-4006-98EB-DA57EDE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254329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39" name="survival-h-4-17">
            <a:extLst xmlns:a="http://schemas.openxmlformats.org/drawingml/2006/main">
              <a:ext uri="{FF2B5EF4-FFF2-40B4-BE49-F238E27FC236}">
                <a16:creationId xmlns:a16="http://schemas.microsoft.com/office/drawing/2014/main" id="{CAFA655E-FF14-41D5-A5E5-545FF57C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4250" y="2290763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0" name="survival-v-4-17">
            <a:extLst xmlns:a="http://schemas.openxmlformats.org/drawingml/2006/main">
              <a:ext uri="{FF2B5EF4-FFF2-40B4-BE49-F238E27FC236}">
                <a16:creationId xmlns:a16="http://schemas.microsoft.com/office/drawing/2014/main" id="{12B70687-8A7F-4968-AC7C-384B1CB9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290763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1" name="survival-h-4-18">
            <a:extLst xmlns:a="http://schemas.openxmlformats.org/drawingml/2006/main">
              <a:ext uri="{FF2B5EF4-FFF2-40B4-BE49-F238E27FC236}">
                <a16:creationId xmlns:a16="http://schemas.microsoft.com/office/drawing/2014/main" id="{F5526FC1-C6B5-4280-80A0-130F28F7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7781" y="232719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2" name="survival-v-4-18">
            <a:extLst xmlns:a="http://schemas.openxmlformats.org/drawingml/2006/main">
              <a:ext uri="{FF2B5EF4-FFF2-40B4-BE49-F238E27FC236}">
                <a16:creationId xmlns:a16="http://schemas.microsoft.com/office/drawing/2014/main" id="{CF4F8D5B-B02C-4E6F-86A0-F55B7C3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327196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3" name="survival-h-4-19">
            <a:extLst xmlns:a="http://schemas.openxmlformats.org/drawingml/2006/main">
              <a:ext uri="{FF2B5EF4-FFF2-40B4-BE49-F238E27FC236}">
                <a16:creationId xmlns:a16="http://schemas.microsoft.com/office/drawing/2014/main" id="{759AA963-792C-49E0-AEF3-4C315685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363629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4" name="survival-v-4-19">
            <a:extLst xmlns:a="http://schemas.openxmlformats.org/drawingml/2006/main">
              <a:ext uri="{FF2B5EF4-FFF2-40B4-BE49-F238E27FC236}">
                <a16:creationId xmlns:a16="http://schemas.microsoft.com/office/drawing/2014/main" id="{A23BA513-7E7C-4079-BC0D-BEF44104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363629"/>
            <a:ext cx="0" cy="3643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5" name="survival-h-4-20">
            <a:extLst xmlns:a="http://schemas.openxmlformats.org/drawingml/2006/main">
              <a:ext uri="{FF2B5EF4-FFF2-40B4-BE49-F238E27FC236}">
                <a16:creationId xmlns:a16="http://schemas.microsoft.com/office/drawing/2014/main" id="{5128C5BA-0D2D-483E-A9B8-71627E45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4844" y="2400062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6" name="survival-v-4-20">
            <a:extLst xmlns:a="http://schemas.openxmlformats.org/drawingml/2006/main">
              <a:ext uri="{FF2B5EF4-FFF2-40B4-BE49-F238E27FC236}">
                <a16:creationId xmlns:a16="http://schemas.microsoft.com/office/drawing/2014/main" id="{B7350D89-ACAD-48F1-9959-14E93D4E3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400062"/>
            <a:ext cx="0" cy="12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7" name="survival-h-4-21">
            <a:extLst xmlns:a="http://schemas.openxmlformats.org/drawingml/2006/main">
              <a:ext uri="{FF2B5EF4-FFF2-40B4-BE49-F238E27FC236}">
                <a16:creationId xmlns:a16="http://schemas.microsoft.com/office/drawing/2014/main" id="{C0204CCF-5EF7-412C-BAE8-66037BD6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375" y="241220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8" name="survival-v-4-21">
            <a:extLst xmlns:a="http://schemas.openxmlformats.org/drawingml/2006/main">
              <a:ext uri="{FF2B5EF4-FFF2-40B4-BE49-F238E27FC236}">
                <a16:creationId xmlns:a16="http://schemas.microsoft.com/office/drawing/2014/main" id="{883BB5A2-84E1-417A-AC81-94E78A3D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4122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49" name="survival-h-4-22">
            <a:extLst xmlns:a="http://schemas.openxmlformats.org/drawingml/2006/main">
              <a:ext uri="{FF2B5EF4-FFF2-40B4-BE49-F238E27FC236}">
                <a16:creationId xmlns:a16="http://schemas.microsoft.com/office/drawing/2014/main" id="{24A71BA3-9C60-4CBF-BE0C-A68388EC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1906" y="241220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50" name="survival-v-4-22">
            <a:extLst xmlns:a="http://schemas.openxmlformats.org/drawingml/2006/main">
              <a:ext uri="{FF2B5EF4-FFF2-40B4-BE49-F238E27FC236}">
                <a16:creationId xmlns:a16="http://schemas.microsoft.com/office/drawing/2014/main" id="{51EF5A96-088E-44DB-A39B-DCAC0883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4122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51" name="survival-h-4-23">
            <a:extLst xmlns:a="http://schemas.openxmlformats.org/drawingml/2006/main">
              <a:ext uri="{FF2B5EF4-FFF2-40B4-BE49-F238E27FC236}">
                <a16:creationId xmlns:a16="http://schemas.microsoft.com/office/drawing/2014/main" id="{07D16C2F-0781-4D1A-8B53-0837C4BDB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438" y="241220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52" name="survival-v-4-23">
            <a:extLst xmlns:a="http://schemas.openxmlformats.org/drawingml/2006/main">
              <a:ext uri="{FF2B5EF4-FFF2-40B4-BE49-F238E27FC236}">
                <a16:creationId xmlns:a16="http://schemas.microsoft.com/office/drawing/2014/main" id="{27B0E492-EB0B-4825-9D5E-CA95AA11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4122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53" name="survival-h-4-24">
            <a:extLst xmlns:a="http://schemas.openxmlformats.org/drawingml/2006/main">
              <a:ext uri="{FF2B5EF4-FFF2-40B4-BE49-F238E27FC236}">
                <a16:creationId xmlns:a16="http://schemas.microsoft.com/office/drawing/2014/main" id="{FDBB5195-B71D-4647-91B5-66D0A834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969" y="2412206"/>
            <a:ext cx="31353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54" name="survival-v-4-24">
            <a:extLst xmlns:a="http://schemas.openxmlformats.org/drawingml/2006/main">
              <a:ext uri="{FF2B5EF4-FFF2-40B4-BE49-F238E27FC236}">
                <a16:creationId xmlns:a16="http://schemas.microsoft.com/office/drawing/2014/main" id="{C3D81738-2694-415C-87C6-2DFC9D63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12206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697386"/>
            </a:solidFill>
            <a:prstDash val="dash"/>
          </a:ln>
        </p:spPr>
      </p:sp>
      <p:sp>
        <p:nvSpPr>
          <p:cNvPr id="255" name="cohort-legend-1">
            <a:extLst xmlns:a="http://schemas.openxmlformats.org/drawingml/2006/main">
              <a:ext uri="{FF2B5EF4-FFF2-40B4-BE49-F238E27FC236}">
                <a16:creationId xmlns:a16="http://schemas.microsoft.com/office/drawing/2014/main" id="{DA3BB144-A068-45D5-9F6E-E4B17978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18430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● 校招  12月 67%｜24月 50%</a:t>
            </a:r>
          </a:p>
        </p:txBody>
      </p:sp>
      <p:sp>
        <p:nvSpPr>
          <p:cNvPr id="256" name="cohort-legend-2">
            <a:extLst xmlns:a="http://schemas.openxmlformats.org/drawingml/2006/main">
              <a:ext uri="{FF2B5EF4-FFF2-40B4-BE49-F238E27FC236}">
                <a16:creationId xmlns:a16="http://schemas.microsoft.com/office/drawing/2014/main" id="{B593A8D9-5791-4E5C-9134-028038CE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938" y="4038600"/>
            <a:ext cx="18430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● 社招  12月 59%｜24月 38%</a:t>
            </a:r>
          </a:p>
        </p:txBody>
      </p:sp>
      <p:sp>
        <p:nvSpPr>
          <p:cNvPr id="257" name="cohort-legend-3">
            <a:extLst xmlns:a="http://schemas.openxmlformats.org/drawingml/2006/main">
              <a:ext uri="{FF2B5EF4-FFF2-40B4-BE49-F238E27FC236}">
                <a16:creationId xmlns:a16="http://schemas.microsoft.com/office/drawing/2014/main" id="{D29B94E4-0A54-45C4-950C-CAFEF3B96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38600"/>
            <a:ext cx="18430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2F6FB2"/>
                </a:solidFill>
              </a:defRPr>
            </a:pPr>
            <a:r>
              <a:rPr sz="1600" b="1">
                <a:solidFill>
                  <a:srgbClr val="2F6FB2"/>
                </a:solidFill>
              </a:rPr>
              <a:t>● 内推  12月 73%｜24月 58%</a:t>
            </a:r>
          </a:p>
        </p:txBody>
      </p:sp>
      <p:sp>
        <p:nvSpPr>
          <p:cNvPr id="258" name="cohort-legend-4">
            <a:extLst xmlns:a="http://schemas.openxmlformats.org/drawingml/2006/main">
              <a:ext uri="{FF2B5EF4-FFF2-40B4-BE49-F238E27FC236}">
                <a16:creationId xmlns:a16="http://schemas.microsoft.com/office/drawing/2014/main" id="{3094D2FA-0715-4149-B50B-CB77B49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4038600"/>
            <a:ext cx="184308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7397BD"/>
                </a:solidFill>
              </a:defRPr>
            </a:pPr>
            <a:r>
              <a:rPr sz="1600" b="1">
                <a:solidFill>
                  <a:srgbClr val="7397BD"/>
                </a:solidFill>
              </a:rPr>
              <a:t>● 猎头  12月 63%｜24月 44%</a:t>
            </a:r>
          </a:p>
        </p:txBody>
      </p:sp>
      <p:sp>
        <p:nvSpPr>
          <p:cNvPr id="259" name="benchmark-legend">
            <a:extLst xmlns:a="http://schemas.openxmlformats.org/drawingml/2006/main">
              <a:ext uri="{FF2B5EF4-FFF2-40B4-BE49-F238E27FC236}">
                <a16:creationId xmlns:a16="http://schemas.microsoft.com/office/drawing/2014/main" id="{C1FA7D4D-C91E-43A8-BC09-BF18C91A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2954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697386"/>
                </a:solidFill>
              </a:defRPr>
            </a:pPr>
            <a:r>
              <a:rPr sz="1600" b="1">
                <a:solidFill>
                  <a:srgbClr val="697386"/>
                </a:solidFill>
              </a:rPr>
              <a:t>灰虚线：行业基准</a:t>
            </a:r>
          </a:p>
        </p:txBody>
      </p:sp>
      <p:sp>
        <p:nvSpPr>
          <p:cNvPr id="260" name="survival-notes">
            <a:extLst xmlns:a="http://schemas.openxmlformats.org/drawingml/2006/main">
              <a:ext uri="{FF2B5EF4-FFF2-40B4-BE49-F238E27FC236}">
                <a16:creationId xmlns:a16="http://schemas.microsoft.com/office/drawing/2014/main" id="{89153577-95F2-496C-AD96-85C68558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954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E8872D"/>
                </a:solidFill>
              </a:defRPr>
            </a:pPr>
            <a:r>
              <a:rPr sz="1600" b="1">
                <a:solidFill>
                  <a:srgbClr val="E8872D"/>
                </a:solidFill>
              </a:rPr>
              <a:t>3 个月：融入与岗位匹配问题        13 个月：晋升与调薪预期落空</a:t>
            </a:r>
          </a:p>
        </p:txBody>
      </p:sp>
      <p:sp>
        <p:nvSpPr>
          <p:cNvPr id="261" name="risk-label-1">
            <a:extLst xmlns:a="http://schemas.openxmlformats.org/drawingml/2006/main">
              <a:ext uri="{FF2B5EF4-FFF2-40B4-BE49-F238E27FC236}">
                <a16:creationId xmlns:a16="http://schemas.microsoft.com/office/drawing/2014/main" id="{75C681BA-3AAE-4246-B011-0C2137B3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试用期评估通过率</a:t>
            </a:r>
          </a:p>
        </p:txBody>
      </p:sp>
      <p:sp>
        <p:nvSpPr>
          <p:cNvPr id="262" name="risk-1-1">
            <a:extLst xmlns:a="http://schemas.openxmlformats.org/drawingml/2006/main">
              <a:ext uri="{FF2B5EF4-FFF2-40B4-BE49-F238E27FC236}">
                <a16:creationId xmlns:a16="http://schemas.microsoft.com/office/drawing/2014/main" id="{3BB76AEA-FA58-4B03-86E2-D358E246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4196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63" name="risk-1-2">
            <a:extLst xmlns:a="http://schemas.openxmlformats.org/drawingml/2006/main">
              <a:ext uri="{FF2B5EF4-FFF2-40B4-BE49-F238E27FC236}">
                <a16:creationId xmlns:a16="http://schemas.microsoft.com/office/drawing/2014/main" id="{BD90EDDE-678A-49B2-AD8E-0664BB6F7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4196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中</a:t>
            </a:r>
          </a:p>
        </p:txBody>
      </p:sp>
      <p:sp>
        <p:nvSpPr>
          <p:cNvPr id="264" name="risk-1-3">
            <a:extLst xmlns:a="http://schemas.openxmlformats.org/drawingml/2006/main">
              <a:ext uri="{FF2B5EF4-FFF2-40B4-BE49-F238E27FC236}">
                <a16:creationId xmlns:a16="http://schemas.microsoft.com/office/drawing/2014/main" id="{A6C5EFBA-D4C0-4BFA-82E2-EA886296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370" y="44196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65" name="risk-1-4">
            <a:extLst xmlns:a="http://schemas.openxmlformats.org/drawingml/2006/main">
              <a:ext uri="{FF2B5EF4-FFF2-40B4-BE49-F238E27FC236}">
                <a16:creationId xmlns:a16="http://schemas.microsoft.com/office/drawing/2014/main" id="{E2E619EF-CF30-410E-86AB-DAD8CB90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44196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66" name="risk-1-5">
            <a:extLst xmlns:a="http://schemas.openxmlformats.org/drawingml/2006/main">
              <a:ext uri="{FF2B5EF4-FFF2-40B4-BE49-F238E27FC236}">
                <a16:creationId xmlns:a16="http://schemas.microsoft.com/office/drawing/2014/main" id="{7663C009-D98E-4467-B4D2-5B76B7FB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44196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67" name="risk-label-2">
            <a:extLst xmlns:a="http://schemas.openxmlformats.org/drawingml/2006/main">
              <a:ext uri="{FF2B5EF4-FFF2-40B4-BE49-F238E27FC236}">
                <a16:creationId xmlns:a16="http://schemas.microsoft.com/office/drawing/2014/main" id="{19E96966-20B7-45CE-811A-C69866D4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直属上级变更率</a:t>
            </a:r>
          </a:p>
        </p:txBody>
      </p:sp>
      <p:sp>
        <p:nvSpPr>
          <p:cNvPr id="268" name="risk-2-1">
            <a:extLst xmlns:a="http://schemas.openxmlformats.org/drawingml/2006/main">
              <a:ext uri="{FF2B5EF4-FFF2-40B4-BE49-F238E27FC236}">
                <a16:creationId xmlns:a16="http://schemas.microsoft.com/office/drawing/2014/main" id="{1E980167-17CE-41B9-9BFA-86D7469F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7053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中</a:t>
            </a:r>
          </a:p>
        </p:txBody>
      </p:sp>
      <p:sp>
        <p:nvSpPr>
          <p:cNvPr id="269" name="risk-2-2">
            <a:extLst xmlns:a="http://schemas.openxmlformats.org/drawingml/2006/main">
              <a:ext uri="{FF2B5EF4-FFF2-40B4-BE49-F238E27FC236}">
                <a16:creationId xmlns:a16="http://schemas.microsoft.com/office/drawing/2014/main" id="{6942D45E-33CB-4FC1-A864-F4FE27F0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7053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70" name="risk-2-3">
            <a:extLst xmlns:a="http://schemas.openxmlformats.org/drawingml/2006/main">
              <a:ext uri="{FF2B5EF4-FFF2-40B4-BE49-F238E27FC236}">
                <a16:creationId xmlns:a16="http://schemas.microsoft.com/office/drawing/2014/main" id="{77FC74CB-A5A6-4988-91A6-B8AF59BD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370" y="47053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中</a:t>
            </a:r>
          </a:p>
        </p:txBody>
      </p:sp>
      <p:sp>
        <p:nvSpPr>
          <p:cNvPr id="271" name="risk-2-4">
            <a:extLst xmlns:a="http://schemas.openxmlformats.org/drawingml/2006/main">
              <a:ext uri="{FF2B5EF4-FFF2-40B4-BE49-F238E27FC236}">
                <a16:creationId xmlns:a16="http://schemas.microsoft.com/office/drawing/2014/main" id="{B7695B8F-64BC-414D-9F1D-CBCD2CA8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47053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72" name="risk-2-5">
            <a:extLst xmlns:a="http://schemas.openxmlformats.org/drawingml/2006/main">
              <a:ext uri="{FF2B5EF4-FFF2-40B4-BE49-F238E27FC236}">
                <a16:creationId xmlns:a16="http://schemas.microsoft.com/office/drawing/2014/main" id="{46D7644E-51C6-41F4-9764-348C5CC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47053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73" name="risk-label-3">
            <a:extLst xmlns:a="http://schemas.openxmlformats.org/drawingml/2006/main">
              <a:ext uri="{FF2B5EF4-FFF2-40B4-BE49-F238E27FC236}">
                <a16:creationId xmlns:a16="http://schemas.microsoft.com/office/drawing/2014/main" id="{CEC34761-3E47-4DAC-A676-8B3B1DCB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91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首次调薪触达率</a:t>
            </a:r>
          </a:p>
        </p:txBody>
      </p:sp>
      <p:sp>
        <p:nvSpPr>
          <p:cNvPr id="274" name="risk-3-1">
            <a:extLst xmlns:a="http://schemas.openxmlformats.org/drawingml/2006/main">
              <a:ext uri="{FF2B5EF4-FFF2-40B4-BE49-F238E27FC236}">
                <a16:creationId xmlns:a16="http://schemas.microsoft.com/office/drawing/2014/main" id="{786D799D-E609-4056-A8C7-44C66DF3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75" name="risk-3-2">
            <a:extLst xmlns:a="http://schemas.openxmlformats.org/drawingml/2006/main">
              <a:ext uri="{FF2B5EF4-FFF2-40B4-BE49-F238E27FC236}">
                <a16:creationId xmlns:a16="http://schemas.microsoft.com/office/drawing/2014/main" id="{D77A49CB-9369-4FD9-9038-16E0F35B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9911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76" name="risk-3-3">
            <a:extLst xmlns:a="http://schemas.openxmlformats.org/drawingml/2006/main">
              <a:ext uri="{FF2B5EF4-FFF2-40B4-BE49-F238E27FC236}">
                <a16:creationId xmlns:a16="http://schemas.microsoft.com/office/drawing/2014/main" id="{954ECFE7-8177-4FC6-B009-53832C64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370" y="49911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中</a:t>
            </a:r>
          </a:p>
        </p:txBody>
      </p:sp>
      <p:sp>
        <p:nvSpPr>
          <p:cNvPr id="277" name="risk-3-4">
            <a:extLst xmlns:a="http://schemas.openxmlformats.org/drawingml/2006/main">
              <a:ext uri="{FF2B5EF4-FFF2-40B4-BE49-F238E27FC236}">
                <a16:creationId xmlns:a16="http://schemas.microsoft.com/office/drawing/2014/main" id="{C861C0DE-21C2-4B5A-954D-6FF79F71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49911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78" name="risk-3-5">
            <a:extLst xmlns:a="http://schemas.openxmlformats.org/drawingml/2006/main">
              <a:ext uri="{FF2B5EF4-FFF2-40B4-BE49-F238E27FC236}">
                <a16:creationId xmlns:a16="http://schemas.microsoft.com/office/drawing/2014/main" id="{021E11F3-05F1-42C6-A250-0AAFAE3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499110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中</a:t>
            </a:r>
          </a:p>
        </p:txBody>
      </p:sp>
      <p:sp>
        <p:nvSpPr>
          <p:cNvPr id="279" name="risk-label-4">
            <a:extLst xmlns:a="http://schemas.openxmlformats.org/drawingml/2006/main">
              <a:ext uri="{FF2B5EF4-FFF2-40B4-BE49-F238E27FC236}">
                <a16:creationId xmlns:a16="http://schemas.microsoft.com/office/drawing/2014/main" id="{8837A9EE-5A81-4A2E-843D-ECF8A341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培训完成率</a:t>
            </a:r>
          </a:p>
        </p:txBody>
      </p:sp>
      <p:sp>
        <p:nvSpPr>
          <p:cNvPr id="280" name="risk-4-1">
            <a:extLst xmlns:a="http://schemas.openxmlformats.org/drawingml/2006/main">
              <a:ext uri="{FF2B5EF4-FFF2-40B4-BE49-F238E27FC236}">
                <a16:creationId xmlns:a16="http://schemas.microsoft.com/office/drawing/2014/main" id="{1061A689-D68B-4044-AB93-D2D5AC03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768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872D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</a:rPr>
              <a:t>高</a:t>
            </a:r>
          </a:p>
        </p:txBody>
      </p:sp>
      <p:sp>
        <p:nvSpPr>
          <p:cNvPr id="281" name="risk-4-2">
            <a:extLst xmlns:a="http://schemas.openxmlformats.org/drawingml/2006/main">
              <a:ext uri="{FF2B5EF4-FFF2-40B4-BE49-F238E27FC236}">
                <a16:creationId xmlns:a16="http://schemas.microsoft.com/office/drawing/2014/main" id="{CBDA1DF2-1281-41BE-BE5E-AE9F161C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2768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中</a:t>
            </a:r>
          </a:p>
        </p:txBody>
      </p:sp>
      <p:sp>
        <p:nvSpPr>
          <p:cNvPr id="282" name="risk-4-3">
            <a:extLst xmlns:a="http://schemas.openxmlformats.org/drawingml/2006/main">
              <a:ext uri="{FF2B5EF4-FFF2-40B4-BE49-F238E27FC236}">
                <a16:creationId xmlns:a16="http://schemas.microsoft.com/office/drawing/2014/main" id="{2E997223-035E-4B97-BD72-127D872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5370" y="52768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83" name="risk-4-4">
            <a:extLst xmlns:a="http://schemas.openxmlformats.org/drawingml/2006/main">
              <a:ext uri="{FF2B5EF4-FFF2-40B4-BE49-F238E27FC236}">
                <a16:creationId xmlns:a16="http://schemas.microsoft.com/office/drawing/2014/main" id="{9CA26860-EF37-48E7-8BD5-15A76CAD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4580" y="52768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84" name="risk-4-5">
            <a:extLst xmlns:a="http://schemas.openxmlformats.org/drawingml/2006/main">
              <a:ext uri="{FF2B5EF4-FFF2-40B4-BE49-F238E27FC236}">
                <a16:creationId xmlns:a16="http://schemas.microsoft.com/office/drawing/2014/main" id="{487B02BB-A83D-4830-8205-0023AFE4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3790" y="5276850"/>
            <a:ext cx="128016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4763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低</a:t>
            </a:r>
          </a:p>
        </p:txBody>
      </p:sp>
      <p:sp>
        <p:nvSpPr>
          <p:cNvPr id="285" name="管理洞察-rail">
            <a:extLst xmlns:a="http://schemas.openxmlformats.org/drawingml/2006/main">
              <a:ext uri="{FF2B5EF4-FFF2-40B4-BE49-F238E27FC236}">
                <a16:creationId xmlns:a16="http://schemas.microsoft.com/office/drawing/2014/main" id="{24DE13F2-1268-4797-91A1-85A74020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00150"/>
            <a:ext cx="2533650" cy="44577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286" name="管理洞察-title">
            <a:extLst xmlns:a="http://schemas.openxmlformats.org/drawingml/2006/main">
              <a:ext uri="{FF2B5EF4-FFF2-40B4-BE49-F238E27FC236}">
                <a16:creationId xmlns:a16="http://schemas.microsoft.com/office/drawing/2014/main" id="{D2C4DEC7-CE4C-497C-B716-814162E9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33350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管理洞察</a:t>
            </a:r>
          </a:p>
        </p:txBody>
      </p:sp>
      <p:sp>
        <p:nvSpPr>
          <p:cNvPr id="287" name="管理洞察-1">
            <a:extLst xmlns:a="http://schemas.openxmlformats.org/drawingml/2006/main">
              <a:ext uri="{FF2B5EF4-FFF2-40B4-BE49-F238E27FC236}">
                <a16:creationId xmlns:a16="http://schemas.microsoft.com/office/drawing/2014/main" id="{F849B0FA-0DE4-4088-8024-273D0996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526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1  第 3 个月下降来自融入与岗位匹配</a:t>
            </a:r>
          </a:p>
        </p:txBody>
      </p:sp>
      <p:sp>
        <p:nvSpPr>
          <p:cNvPr id="288" name="管理洞察-2">
            <a:extLst xmlns:a="http://schemas.openxmlformats.org/drawingml/2006/main">
              <a:ext uri="{FF2B5EF4-FFF2-40B4-BE49-F238E27FC236}">
                <a16:creationId xmlns:a16="http://schemas.microsoft.com/office/drawing/2014/main" id="{5C35ABDE-9AA2-46E4-9E7A-5117BF33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9337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2  第 13 个月下降来自晋升与调薪预期</a:t>
            </a:r>
          </a:p>
        </p:txBody>
      </p:sp>
      <p:sp>
        <p:nvSpPr>
          <p:cNvPr id="289" name="管理洞察-3">
            <a:extLst xmlns:a="http://schemas.openxmlformats.org/drawingml/2006/main">
              <a:ext uri="{FF2B5EF4-FFF2-40B4-BE49-F238E27FC236}">
                <a16:creationId xmlns:a16="http://schemas.microsoft.com/office/drawing/2014/main" id="{4A7D2970-BF3F-4A21-BD11-2A094D37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114800"/>
            <a:ext cx="22669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3  内推留存最好，可优先扩大渠道占比</a:t>
            </a:r>
          </a:p>
        </p:txBody>
      </p:sp>
      <p:sp>
        <p:nvSpPr>
          <p:cNvPr id="290" name="bottom">
            <a:extLst xmlns:a="http://schemas.openxmlformats.org/drawingml/2006/main">
              <a:ext uri="{FF2B5EF4-FFF2-40B4-BE49-F238E27FC236}">
                <a16:creationId xmlns:a16="http://schemas.microsoft.com/office/drawing/2014/main" id="{B3532A17-E8F5-4623-B658-63266EC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24550"/>
            <a:ext cx="11163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11430">
            <a:solidFill>
              <a:srgbClr val="E8872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5375F"/>
                </a:solidFill>
              </a:defRPr>
            </a:pPr>
            <a:r>
              <a:rPr sz="1600" b="1">
                <a:solidFill>
                  <a:srgbClr val="15375F"/>
                </a:solidFill>
              </a:rPr>
              <a:t>第 30/60/90 天设置干预节点，目标将 1 年留存提升至 75%</a:t>
            </a:r>
          </a:p>
        </p:txBody>
      </p:sp>
    </p:spTree>
    <p:extLst>
      <p:ext uri="{BB962C8B-B14F-4D97-AF65-F5344CB8AC3E}">
        <p14:creationId xmlns:p14="http://schemas.microsoft.com/office/powerpoint/2010/main" val="1110055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2026-07-31T20:18:21.8700000Z</dcterms:created>
  <dcterms:modified xsi:type="dcterms:W3CDTF">2026-07-31T20:18:21.8700000Z</dcterms:modified>
</coreProperties>
</file>