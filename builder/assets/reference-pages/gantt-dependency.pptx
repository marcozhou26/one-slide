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b3bffca01246dc" /><Relationship Type="http://schemas.openxmlformats.org/officeDocument/2006/relationships/extended-properties" Target="/docProps/app.xml" Id="Rccd10d138b324726" /><Relationship Type="http://schemas.openxmlformats.org/officeDocument/2006/relationships/officeDocument" Target="/ppt/presentation.xml" Id="R6b1b3f5e793240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dc98eed04d48e1"/>
  </p:sldMasterIdLst>
  <p:notesMasterIdLst>
    <p:notesMasterId xmlns:r="http://schemas.openxmlformats.org/officeDocument/2006/relationships" r:id="R4ef6f7cbee25441f"/>
  </p:notesMasterIdLst>
  <p:sldIdLst>
    <p:sldId xmlns:r="http://schemas.openxmlformats.org/officeDocument/2006/relationships" id="256" r:id="R8db41b8b72ea46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85bd896588441b" /><Relationship Type="http://schemas.openxmlformats.org/officeDocument/2006/relationships/slideMaster" Target="/ppt/slideMasters/slideMaster1.xml" Id="R61dc98eed04d48e1" /><Relationship Type="http://schemas.openxmlformats.org/officeDocument/2006/relationships/notesMaster" Target="/ppt/notesMasters/notesMaster1.xml" Id="R4ef6f7cbee25441f" /><Relationship Type="http://schemas.openxmlformats.org/officeDocument/2006/relationships/presProps" Target="/ppt/presProps.xml" Id="Rea6b8acf18b5485d" /><Relationship Type="http://schemas.openxmlformats.org/officeDocument/2006/relationships/tableStyles" Target="/ppt/tableStyles.xml" Id="R4501044a2790491d" /><Relationship Type="http://schemas.openxmlformats.org/officeDocument/2006/relationships/slide" Target="/ppt/slides/slide1.xml" Id="R8db41b8b72ea46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436ce5dfc147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3077f8e1764fea" /><Relationship Type="http://schemas.openxmlformats.org/officeDocument/2006/relationships/notesMaster" Target="/ppt/notesMasters/notesMaster1.xml" Id="Ra9ec6b73ce6642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faff82ed040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191d217a1a4ea1" /><Relationship Type="http://schemas.openxmlformats.org/officeDocument/2006/relationships/slideLayout" Target="/ppt/slideLayouts/slideLayout1.xml" Id="Rd75676ca69304d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5676ca69304d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4c7288ca24652" /><Relationship Type="http://schemas.openxmlformats.org/officeDocument/2006/relationships/notesSlide" Target="/ppt/notesSlides/notesSlide1.xml" Id="Rd37d404f70754d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page-title">
            <a:extLst xmlns:a="http://schemas.openxmlformats.org/drawingml/2006/main">
              <a:ext uri="{FF2B5EF4-FFF2-40B4-BE49-F238E27FC236}">
                <a16:creationId xmlns:a16="http://schemas.microsoft.com/office/drawing/2014/main" id="{2C903F17-9DBB-46F8-AD9F-AAE52B7A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18 个月计划有 6 项关键路径任务，其中 3 项存在延期风险</a:t>
            </a:r>
          </a:p>
        </p:txBody>
      </p:sp>
      <p:sp>
        <p:nvSpPr>
          <p:cNvPr id="2" name="gantt-frame">
            <a:extLst xmlns:a="http://schemas.openxmlformats.org/drawingml/2006/main">
              <a:ext uri="{FF2B5EF4-FFF2-40B4-BE49-F238E27FC236}">
                <a16:creationId xmlns:a16="http://schemas.microsoft.com/office/drawing/2014/main" id="{22B6D389-4E75-4551-AC41-CC7158DD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904875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gantt-side">
            <a:extLst xmlns:a="http://schemas.openxmlformats.org/drawingml/2006/main">
              <a:ext uri="{FF2B5EF4-FFF2-40B4-BE49-F238E27FC236}">
                <a16:creationId xmlns:a16="http://schemas.microsoft.com/office/drawing/2014/main" id="{165304F1-6D51-46B5-B4E9-BC170A18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00150"/>
            <a:ext cx="1828800" cy="451485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4" name="lane-bg-1">
            <a:extLst xmlns:a="http://schemas.openxmlformats.org/drawingml/2006/main">
              <a:ext uri="{FF2B5EF4-FFF2-40B4-BE49-F238E27FC236}">
                <a16:creationId xmlns:a16="http://schemas.microsoft.com/office/drawing/2014/main" id="{EFF7BBA1-8066-4979-A57F-32924576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8972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lane-1">
            <a:extLst xmlns:a="http://schemas.openxmlformats.org/drawingml/2006/main">
              <a:ext uri="{FF2B5EF4-FFF2-40B4-BE49-F238E27FC236}">
                <a16:creationId xmlns:a16="http://schemas.microsoft.com/office/drawing/2014/main" id="{6B9D5F9B-8F33-4BF0-A601-B61C0C72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438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业务</a:t>
            </a:r>
          </a:p>
        </p:txBody>
      </p:sp>
      <p:sp>
        <p:nvSpPr>
          <p:cNvPr id="6" name="lane-bg-2">
            <a:extLst xmlns:a="http://schemas.openxmlformats.org/drawingml/2006/main">
              <a:ext uri="{FF2B5EF4-FFF2-40B4-BE49-F238E27FC236}">
                <a16:creationId xmlns:a16="http://schemas.microsoft.com/office/drawing/2014/main" id="{F2163B12-791A-4E4E-944B-CDB942E3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89725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lane-2">
            <a:extLst xmlns:a="http://schemas.openxmlformats.org/drawingml/2006/main">
              <a:ext uri="{FF2B5EF4-FFF2-40B4-BE49-F238E27FC236}">
                <a16:creationId xmlns:a16="http://schemas.microsoft.com/office/drawing/2014/main" id="{4C3F5B55-536B-4A91-A317-7585C709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438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技术</a:t>
            </a:r>
          </a:p>
        </p:txBody>
      </p:sp>
      <p:sp>
        <p:nvSpPr>
          <p:cNvPr id="8" name="lane-bg-3">
            <a:extLst xmlns:a="http://schemas.openxmlformats.org/drawingml/2006/main">
              <a:ext uri="{FF2B5EF4-FFF2-40B4-BE49-F238E27FC236}">
                <a16:creationId xmlns:a16="http://schemas.microsoft.com/office/drawing/2014/main" id="{D84289CC-0E11-40D9-AF62-FE88C1B4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8972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lane-3">
            <a:extLst xmlns:a="http://schemas.openxmlformats.org/drawingml/2006/main">
              <a:ext uri="{FF2B5EF4-FFF2-40B4-BE49-F238E27FC236}">
                <a16:creationId xmlns:a16="http://schemas.microsoft.com/office/drawing/2014/main" id="{B4F386CB-9783-4F59-88A4-D5371A2D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438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数据</a:t>
            </a:r>
          </a:p>
        </p:txBody>
      </p:sp>
      <p:sp>
        <p:nvSpPr>
          <p:cNvPr id="10" name="lane-bg-4">
            <a:extLst xmlns:a="http://schemas.openxmlformats.org/drawingml/2006/main">
              <a:ext uri="{FF2B5EF4-FFF2-40B4-BE49-F238E27FC236}">
                <a16:creationId xmlns:a16="http://schemas.microsoft.com/office/drawing/2014/main" id="{47063483-2DC7-4473-AE75-899DE10E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89725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lane-4">
            <a:extLst xmlns:a="http://schemas.openxmlformats.org/drawingml/2006/main">
              <a:ext uri="{FF2B5EF4-FFF2-40B4-BE49-F238E27FC236}">
                <a16:creationId xmlns:a16="http://schemas.microsoft.com/office/drawing/2014/main" id="{E8D684FF-FCBB-480B-BF71-32F999CA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438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变革管理</a:t>
            </a:r>
          </a:p>
        </p:txBody>
      </p:sp>
      <p:sp>
        <p:nvSpPr>
          <p:cNvPr id="12" name="month-0">
            <a:extLst xmlns:a="http://schemas.openxmlformats.org/drawingml/2006/main">
              <a:ext uri="{FF2B5EF4-FFF2-40B4-BE49-F238E27FC236}">
                <a16:creationId xmlns:a16="http://schemas.microsoft.com/office/drawing/2014/main" id="{7540C95C-A25B-41E7-9242-5ABA862F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8C6"/>
            </a:solidFill>
            <a:prstDash val="solid"/>
          </a:ln>
        </p:spPr>
      </p:sp>
      <p:sp>
        <p:nvSpPr>
          <p:cNvPr id="13" name="month-label-1">
            <a:extLst xmlns:a="http://schemas.openxmlformats.org/drawingml/2006/main">
              <a:ext uri="{FF2B5EF4-FFF2-40B4-BE49-F238E27FC236}">
                <a16:creationId xmlns:a16="http://schemas.microsoft.com/office/drawing/2014/main" id="{06144FE8-7165-42C2-9E58-17CD2815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</a:t>
            </a:r>
          </a:p>
        </p:txBody>
      </p:sp>
      <p:sp>
        <p:nvSpPr>
          <p:cNvPr id="14" name="month-1">
            <a:extLst xmlns:a="http://schemas.openxmlformats.org/drawingml/2006/main">
              <a:ext uri="{FF2B5EF4-FFF2-40B4-BE49-F238E27FC236}">
                <a16:creationId xmlns:a16="http://schemas.microsoft.com/office/drawing/2014/main" id="{BE0F21D1-E4E0-44CA-8A35-CE837B67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808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7DEE8"/>
            </a:solidFill>
            <a:prstDash val="dash"/>
          </a:ln>
        </p:spPr>
      </p:sp>
      <p:sp>
        <p:nvSpPr>
          <p:cNvPr id="15" name="month-label-2">
            <a:extLst xmlns:a="http://schemas.openxmlformats.org/drawingml/2006/main">
              <a:ext uri="{FF2B5EF4-FFF2-40B4-BE49-F238E27FC236}">
                <a16:creationId xmlns:a16="http://schemas.microsoft.com/office/drawing/2014/main" id="{D1B2BDBD-1293-4801-ADD3-31272B37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708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2</a:t>
            </a:r>
          </a:p>
        </p:txBody>
      </p:sp>
      <p:sp>
        <p:nvSpPr>
          <p:cNvPr id="16" name="month-2">
            <a:extLst xmlns:a="http://schemas.openxmlformats.org/drawingml/2006/main">
              <a:ext uri="{FF2B5EF4-FFF2-40B4-BE49-F238E27FC236}">
                <a16:creationId xmlns:a16="http://schemas.microsoft.com/office/drawing/2014/main" id="{FF5CDD41-77C8-433E-86B8-2642EEFA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917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7DEE8"/>
            </a:solidFill>
            <a:prstDash val="dash"/>
          </a:ln>
        </p:spPr>
      </p:sp>
      <p:sp>
        <p:nvSpPr>
          <p:cNvPr id="17" name="month-label-3">
            <a:extLst xmlns:a="http://schemas.openxmlformats.org/drawingml/2006/main">
              <a:ext uri="{FF2B5EF4-FFF2-40B4-BE49-F238E27FC236}">
                <a16:creationId xmlns:a16="http://schemas.microsoft.com/office/drawing/2014/main" id="{D3546A61-44E0-4C3D-984B-6FDDB1DC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817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3</a:t>
            </a:r>
          </a:p>
        </p:txBody>
      </p:sp>
      <p:sp>
        <p:nvSpPr>
          <p:cNvPr id="18" name="month-3">
            <a:extLst xmlns:a="http://schemas.openxmlformats.org/drawingml/2006/main">
              <a:ext uri="{FF2B5EF4-FFF2-40B4-BE49-F238E27FC236}">
                <a16:creationId xmlns:a16="http://schemas.microsoft.com/office/drawing/2014/main" id="{1D331104-81FB-4AAC-9153-0D908CBA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8C6"/>
            </a:solidFill>
            <a:prstDash val="solid"/>
          </a:ln>
        </p:spPr>
      </p:sp>
      <p:sp>
        <p:nvSpPr>
          <p:cNvPr id="19" name="month-label-4">
            <a:extLst xmlns:a="http://schemas.openxmlformats.org/drawingml/2006/main">
              <a:ext uri="{FF2B5EF4-FFF2-40B4-BE49-F238E27FC236}">
                <a16:creationId xmlns:a16="http://schemas.microsoft.com/office/drawing/2014/main" id="{4F8D118C-71EE-4594-93B9-AB134E69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925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4</a:t>
            </a:r>
          </a:p>
        </p:txBody>
      </p:sp>
      <p:sp>
        <p:nvSpPr>
          <p:cNvPr id="20" name="month-4">
            <a:extLst xmlns:a="http://schemas.openxmlformats.org/drawingml/2006/main">
              <a:ext uri="{FF2B5EF4-FFF2-40B4-BE49-F238E27FC236}">
                <a16:creationId xmlns:a16="http://schemas.microsoft.com/office/drawing/2014/main" id="{B3D10BB4-371C-4D65-83F5-79DD0E35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133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7DEE8"/>
            </a:solidFill>
            <a:prstDash val="dash"/>
          </a:ln>
        </p:spPr>
      </p:sp>
      <p:sp>
        <p:nvSpPr>
          <p:cNvPr id="21" name="month-label-5">
            <a:extLst xmlns:a="http://schemas.openxmlformats.org/drawingml/2006/main">
              <a:ext uri="{FF2B5EF4-FFF2-40B4-BE49-F238E27FC236}">
                <a16:creationId xmlns:a16="http://schemas.microsoft.com/office/drawing/2014/main" id="{68112201-3937-4C29-8E85-54838650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033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5</a:t>
            </a:r>
          </a:p>
        </p:txBody>
      </p:sp>
      <p:sp>
        <p:nvSpPr>
          <p:cNvPr id="22" name="month-5">
            <a:extLst xmlns:a="http://schemas.openxmlformats.org/drawingml/2006/main">
              <a:ext uri="{FF2B5EF4-FFF2-40B4-BE49-F238E27FC236}">
                <a16:creationId xmlns:a16="http://schemas.microsoft.com/office/drawing/2014/main" id="{2983881F-D46D-4D87-8A51-36D230AB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242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7DEE8"/>
            </a:solidFill>
            <a:prstDash val="dash"/>
          </a:ln>
        </p:spPr>
      </p:sp>
      <p:sp>
        <p:nvSpPr>
          <p:cNvPr id="23" name="month-label-6">
            <a:extLst xmlns:a="http://schemas.openxmlformats.org/drawingml/2006/main">
              <a:ext uri="{FF2B5EF4-FFF2-40B4-BE49-F238E27FC236}">
                <a16:creationId xmlns:a16="http://schemas.microsoft.com/office/drawing/2014/main" id="{EA82F522-F8A9-4859-A4C1-64216A1C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142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6</a:t>
            </a:r>
          </a:p>
        </p:txBody>
      </p:sp>
      <p:sp>
        <p:nvSpPr>
          <p:cNvPr id="24" name="month-6">
            <a:extLst xmlns:a="http://schemas.openxmlformats.org/drawingml/2006/main">
              <a:ext uri="{FF2B5EF4-FFF2-40B4-BE49-F238E27FC236}">
                <a16:creationId xmlns:a16="http://schemas.microsoft.com/office/drawing/2014/main" id="{6388BAE7-CE4D-463F-8FA9-10A45580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8C6"/>
            </a:solidFill>
            <a:prstDash val="solid"/>
          </a:ln>
        </p:spPr>
      </p:sp>
      <p:sp>
        <p:nvSpPr>
          <p:cNvPr id="25" name="month-label-7">
            <a:extLst xmlns:a="http://schemas.openxmlformats.org/drawingml/2006/main">
              <a:ext uri="{FF2B5EF4-FFF2-40B4-BE49-F238E27FC236}">
                <a16:creationId xmlns:a16="http://schemas.microsoft.com/office/drawing/2014/main" id="{5AE9ADB6-81B2-44B0-9A5B-8963216C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7</a:t>
            </a:r>
          </a:p>
        </p:txBody>
      </p:sp>
      <p:sp>
        <p:nvSpPr>
          <p:cNvPr id="26" name="month-7">
            <a:extLst xmlns:a="http://schemas.openxmlformats.org/drawingml/2006/main">
              <a:ext uri="{FF2B5EF4-FFF2-40B4-BE49-F238E27FC236}">
                <a16:creationId xmlns:a16="http://schemas.microsoft.com/office/drawing/2014/main" id="{2CE35425-10B6-47AA-BE91-28BBFDBC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458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7DEE8"/>
            </a:solidFill>
            <a:prstDash val="dash"/>
          </a:ln>
        </p:spPr>
      </p:sp>
      <p:sp>
        <p:nvSpPr>
          <p:cNvPr id="27" name="month-label-8">
            <a:extLst xmlns:a="http://schemas.openxmlformats.org/drawingml/2006/main">
              <a:ext uri="{FF2B5EF4-FFF2-40B4-BE49-F238E27FC236}">
                <a16:creationId xmlns:a16="http://schemas.microsoft.com/office/drawing/2014/main" id="{B3071349-010F-4EFD-9B0F-6B7E6071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358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8</a:t>
            </a:r>
          </a:p>
        </p:txBody>
      </p:sp>
      <p:sp>
        <p:nvSpPr>
          <p:cNvPr id="28" name="month-8">
            <a:extLst xmlns:a="http://schemas.openxmlformats.org/drawingml/2006/main">
              <a:ext uri="{FF2B5EF4-FFF2-40B4-BE49-F238E27FC236}">
                <a16:creationId xmlns:a16="http://schemas.microsoft.com/office/drawing/2014/main" id="{8B3A07D1-CB6A-4973-8BD7-D6E4F80D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567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7DEE8"/>
            </a:solidFill>
            <a:prstDash val="dash"/>
          </a:ln>
        </p:spPr>
      </p:sp>
      <p:sp>
        <p:nvSpPr>
          <p:cNvPr id="29" name="month-label-9">
            <a:extLst xmlns:a="http://schemas.openxmlformats.org/drawingml/2006/main">
              <a:ext uri="{FF2B5EF4-FFF2-40B4-BE49-F238E27FC236}">
                <a16:creationId xmlns:a16="http://schemas.microsoft.com/office/drawing/2014/main" id="{A3383C00-3CD8-4D09-AAC1-851A44BB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2467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9</a:t>
            </a:r>
          </a:p>
        </p:txBody>
      </p:sp>
      <p:sp>
        <p:nvSpPr>
          <p:cNvPr id="30" name="month-9">
            <a:extLst xmlns:a="http://schemas.openxmlformats.org/drawingml/2006/main">
              <a:ext uri="{FF2B5EF4-FFF2-40B4-BE49-F238E27FC236}">
                <a16:creationId xmlns:a16="http://schemas.microsoft.com/office/drawing/2014/main" id="{1CABFD87-1656-4CB8-98D4-9FCC9DAC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8C6"/>
            </a:solidFill>
            <a:prstDash val="solid"/>
          </a:ln>
        </p:spPr>
      </p:sp>
      <p:sp>
        <p:nvSpPr>
          <p:cNvPr id="31" name="month-label-10">
            <a:extLst xmlns:a="http://schemas.openxmlformats.org/drawingml/2006/main">
              <a:ext uri="{FF2B5EF4-FFF2-40B4-BE49-F238E27FC236}">
                <a16:creationId xmlns:a16="http://schemas.microsoft.com/office/drawing/2014/main" id="{274ACBED-187E-4693-AE7E-14A3A65A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10</a:t>
            </a:r>
          </a:p>
        </p:txBody>
      </p:sp>
      <p:sp>
        <p:nvSpPr>
          <p:cNvPr id="32" name="month-10">
            <a:extLst xmlns:a="http://schemas.openxmlformats.org/drawingml/2006/main">
              <a:ext uri="{FF2B5EF4-FFF2-40B4-BE49-F238E27FC236}">
                <a16:creationId xmlns:a16="http://schemas.microsoft.com/office/drawing/2014/main" id="{657642F0-1B7C-4238-845C-83472038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783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7DEE8"/>
            </a:solidFill>
            <a:prstDash val="dash"/>
          </a:ln>
        </p:spPr>
      </p:sp>
      <p:sp>
        <p:nvSpPr>
          <p:cNvPr id="33" name="month-label-11">
            <a:extLst xmlns:a="http://schemas.openxmlformats.org/drawingml/2006/main">
              <a:ext uri="{FF2B5EF4-FFF2-40B4-BE49-F238E27FC236}">
                <a16:creationId xmlns:a16="http://schemas.microsoft.com/office/drawing/2014/main" id="{0B7C2E6C-14B7-4FB9-A14B-54C700E6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683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11</a:t>
            </a:r>
          </a:p>
        </p:txBody>
      </p:sp>
      <p:sp>
        <p:nvSpPr>
          <p:cNvPr id="34" name="month-11">
            <a:extLst xmlns:a="http://schemas.openxmlformats.org/drawingml/2006/main">
              <a:ext uri="{FF2B5EF4-FFF2-40B4-BE49-F238E27FC236}">
                <a16:creationId xmlns:a16="http://schemas.microsoft.com/office/drawing/2014/main" id="{66EFD873-960A-41C9-BFB1-AACD5804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892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7DEE8"/>
            </a:solidFill>
            <a:prstDash val="dash"/>
          </a:ln>
        </p:spPr>
      </p:sp>
      <p:sp>
        <p:nvSpPr>
          <p:cNvPr id="35" name="month-label-12">
            <a:extLst xmlns:a="http://schemas.openxmlformats.org/drawingml/2006/main">
              <a:ext uri="{FF2B5EF4-FFF2-40B4-BE49-F238E27FC236}">
                <a16:creationId xmlns:a16="http://schemas.microsoft.com/office/drawing/2014/main" id="{53E9A6DA-4C10-4249-A713-4BA2BBC0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792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12</a:t>
            </a:r>
          </a:p>
        </p:txBody>
      </p:sp>
      <p:sp>
        <p:nvSpPr>
          <p:cNvPr id="36" name="month-12">
            <a:extLst xmlns:a="http://schemas.openxmlformats.org/drawingml/2006/main">
              <a:ext uri="{FF2B5EF4-FFF2-40B4-BE49-F238E27FC236}">
                <a16:creationId xmlns:a16="http://schemas.microsoft.com/office/drawing/2014/main" id="{6C285E8F-96DC-4390-9D56-90DF01A4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8C6"/>
            </a:solidFill>
            <a:prstDash val="solid"/>
          </a:ln>
        </p:spPr>
      </p:sp>
      <p:sp>
        <p:nvSpPr>
          <p:cNvPr id="37" name="month-label-13">
            <a:extLst xmlns:a="http://schemas.openxmlformats.org/drawingml/2006/main">
              <a:ext uri="{FF2B5EF4-FFF2-40B4-BE49-F238E27FC236}">
                <a16:creationId xmlns:a16="http://schemas.microsoft.com/office/drawing/2014/main" id="{7B01A17F-C2BA-4C89-BF64-D57814E8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900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13</a:t>
            </a:r>
          </a:p>
        </p:txBody>
      </p:sp>
      <p:sp>
        <p:nvSpPr>
          <p:cNvPr id="38" name="month-13">
            <a:extLst xmlns:a="http://schemas.openxmlformats.org/drawingml/2006/main">
              <a:ext uri="{FF2B5EF4-FFF2-40B4-BE49-F238E27FC236}">
                <a16:creationId xmlns:a16="http://schemas.microsoft.com/office/drawing/2014/main" id="{F067E86D-8293-4CF1-9354-618E2BAB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108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7DEE8"/>
            </a:solidFill>
            <a:prstDash val="dash"/>
          </a:ln>
        </p:spPr>
      </p:sp>
      <p:sp>
        <p:nvSpPr>
          <p:cNvPr id="39" name="month-label-14">
            <a:extLst xmlns:a="http://schemas.openxmlformats.org/drawingml/2006/main">
              <a:ext uri="{FF2B5EF4-FFF2-40B4-BE49-F238E27FC236}">
                <a16:creationId xmlns:a16="http://schemas.microsoft.com/office/drawing/2014/main" id="{2A871C5A-11ED-4C09-994A-F8095C01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008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14</a:t>
            </a:r>
          </a:p>
        </p:txBody>
      </p:sp>
      <p:sp>
        <p:nvSpPr>
          <p:cNvPr id="40" name="month-14">
            <a:extLst xmlns:a="http://schemas.openxmlformats.org/drawingml/2006/main">
              <a:ext uri="{FF2B5EF4-FFF2-40B4-BE49-F238E27FC236}">
                <a16:creationId xmlns:a16="http://schemas.microsoft.com/office/drawing/2014/main" id="{20E25478-F073-4E37-B9EB-CB7FDF0B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217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7DEE8"/>
            </a:solidFill>
            <a:prstDash val="dash"/>
          </a:ln>
        </p:spPr>
      </p:sp>
      <p:sp>
        <p:nvSpPr>
          <p:cNvPr id="41" name="month-label-15">
            <a:extLst xmlns:a="http://schemas.openxmlformats.org/drawingml/2006/main">
              <a:ext uri="{FF2B5EF4-FFF2-40B4-BE49-F238E27FC236}">
                <a16:creationId xmlns:a16="http://schemas.microsoft.com/office/drawing/2014/main" id="{8003FE04-15B7-4364-B240-99D00D9F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117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15</a:t>
            </a:r>
          </a:p>
        </p:txBody>
      </p:sp>
      <p:sp>
        <p:nvSpPr>
          <p:cNvPr id="42" name="month-15">
            <a:extLst xmlns:a="http://schemas.openxmlformats.org/drawingml/2006/main">
              <a:ext uri="{FF2B5EF4-FFF2-40B4-BE49-F238E27FC236}">
                <a16:creationId xmlns:a16="http://schemas.microsoft.com/office/drawing/2014/main" id="{7B81FD9F-DBCC-495B-A5D0-3A60C81C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325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8C6"/>
            </a:solidFill>
            <a:prstDash val="solid"/>
          </a:ln>
        </p:spPr>
      </p:sp>
      <p:sp>
        <p:nvSpPr>
          <p:cNvPr id="43" name="month-label-16">
            <a:extLst xmlns:a="http://schemas.openxmlformats.org/drawingml/2006/main">
              <a:ext uri="{FF2B5EF4-FFF2-40B4-BE49-F238E27FC236}">
                <a16:creationId xmlns:a16="http://schemas.microsoft.com/office/drawing/2014/main" id="{5974593C-F48F-41B1-B9D1-15E2B951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16</a:t>
            </a:r>
          </a:p>
        </p:txBody>
      </p:sp>
      <p:sp>
        <p:nvSpPr>
          <p:cNvPr id="44" name="month-16">
            <a:extLst xmlns:a="http://schemas.openxmlformats.org/drawingml/2006/main">
              <a:ext uri="{FF2B5EF4-FFF2-40B4-BE49-F238E27FC236}">
                <a16:creationId xmlns:a16="http://schemas.microsoft.com/office/drawing/2014/main" id="{B53788EA-13C0-4AFE-A66D-BBCA4D89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433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7DEE8"/>
            </a:solidFill>
            <a:prstDash val="dash"/>
          </a:ln>
        </p:spPr>
      </p:sp>
      <p:sp>
        <p:nvSpPr>
          <p:cNvPr id="45" name="month-label-17">
            <a:extLst xmlns:a="http://schemas.openxmlformats.org/drawingml/2006/main">
              <a:ext uri="{FF2B5EF4-FFF2-40B4-BE49-F238E27FC236}">
                <a16:creationId xmlns:a16="http://schemas.microsoft.com/office/drawing/2014/main" id="{203D092F-96C5-4CCB-BBF1-5B373204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333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17</a:t>
            </a:r>
          </a:p>
        </p:txBody>
      </p:sp>
      <p:sp>
        <p:nvSpPr>
          <p:cNvPr id="46" name="month-17">
            <a:extLst xmlns:a="http://schemas.openxmlformats.org/drawingml/2006/main">
              <a:ext uri="{FF2B5EF4-FFF2-40B4-BE49-F238E27FC236}">
                <a16:creationId xmlns:a16="http://schemas.microsoft.com/office/drawing/2014/main" id="{17F2C2C2-B043-415E-8676-AD6983AE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542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7DEE8"/>
            </a:solidFill>
            <a:prstDash val="dash"/>
          </a:ln>
        </p:spPr>
      </p:sp>
      <p:sp>
        <p:nvSpPr>
          <p:cNvPr id="47" name="month-label-18">
            <a:extLst xmlns:a="http://schemas.openxmlformats.org/drawingml/2006/main">
              <a:ext uri="{FF2B5EF4-FFF2-40B4-BE49-F238E27FC236}">
                <a16:creationId xmlns:a16="http://schemas.microsoft.com/office/drawing/2014/main" id="{37D55BA6-666F-43A3-BF48-2C35EFD9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2442" y="1276350"/>
            <a:ext cx="4773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18</a:t>
            </a:r>
          </a:p>
        </p:txBody>
      </p:sp>
      <p:sp>
        <p:nvSpPr>
          <p:cNvPr id="48" name="month-18">
            <a:extLst xmlns:a="http://schemas.openxmlformats.org/drawingml/2006/main">
              <a:ext uri="{FF2B5EF4-FFF2-40B4-BE49-F238E27FC236}">
                <a16:creationId xmlns:a16="http://schemas.microsoft.com/office/drawing/2014/main" id="{DF865462-67DE-44D4-92D4-E5FA0074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24000"/>
            <a:ext cx="0" cy="407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8C6"/>
            </a:solidFill>
            <a:prstDash val="solid"/>
          </a:ln>
        </p:spPr>
      </p:sp>
      <p:sp>
        <p:nvSpPr>
          <p:cNvPr id="49" name="task-label-t1">
            <a:extLst xmlns:a="http://schemas.openxmlformats.org/drawingml/2006/main">
              <a:ext uri="{FF2B5EF4-FFF2-40B4-BE49-F238E27FC236}">
                <a16:creationId xmlns:a16="http://schemas.microsoft.com/office/drawing/2014/main" id="{A2FC8BD5-42E4-492C-95AA-B4A772B7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002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业务蓝图</a:t>
            </a:r>
          </a:p>
        </p:txBody>
      </p:sp>
      <p:sp>
        <p:nvSpPr>
          <p:cNvPr id="50" name="task-t1">
            <a:extLst xmlns:a="http://schemas.openxmlformats.org/drawingml/2006/main">
              <a:ext uri="{FF2B5EF4-FFF2-40B4-BE49-F238E27FC236}">
                <a16:creationId xmlns:a16="http://schemas.microsoft.com/office/drawing/2014/main" id="{7FD01255-6245-4344-B844-7A999393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28775"/>
            <a:ext cx="802217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905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100%｜陈总</a:t>
            </a:r>
          </a:p>
        </p:txBody>
      </p:sp>
      <p:sp>
        <p:nvSpPr>
          <p:cNvPr id="51" name="task-label-t2">
            <a:extLst xmlns:a="http://schemas.openxmlformats.org/drawingml/2006/main">
              <a:ext uri="{FF2B5EF4-FFF2-40B4-BE49-F238E27FC236}">
                <a16:creationId xmlns:a16="http://schemas.microsoft.com/office/drawing/2014/main" id="{5DD889EE-321C-46DF-82A7-F121FEFC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流程设计</a:t>
            </a:r>
          </a:p>
        </p:txBody>
      </p:sp>
      <p:sp>
        <p:nvSpPr>
          <p:cNvPr id="52" name="task-t2">
            <a:extLst xmlns:a="http://schemas.openxmlformats.org/drawingml/2006/main">
              <a:ext uri="{FF2B5EF4-FFF2-40B4-BE49-F238E27FC236}">
                <a16:creationId xmlns:a16="http://schemas.microsoft.com/office/drawing/2014/main" id="{E0E301C5-6D09-4D98-A9F3-3D2417AC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808" y="2028825"/>
            <a:ext cx="160443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905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70%｜李经理</a:t>
            </a:r>
          </a:p>
        </p:txBody>
      </p:sp>
      <p:sp>
        <p:nvSpPr>
          <p:cNvPr id="53" name="task-label-t3">
            <a:extLst xmlns:a="http://schemas.openxmlformats.org/drawingml/2006/main">
              <a:ext uri="{FF2B5EF4-FFF2-40B4-BE49-F238E27FC236}">
                <a16:creationId xmlns:a16="http://schemas.microsoft.com/office/drawing/2014/main" id="{C428104B-CC48-443A-B37A-D3A04F28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平台选型</a:t>
            </a:r>
          </a:p>
        </p:txBody>
      </p:sp>
      <p:sp>
        <p:nvSpPr>
          <p:cNvPr id="54" name="task-t3">
            <a:extLst xmlns:a="http://schemas.openxmlformats.org/drawingml/2006/main">
              <a:ext uri="{FF2B5EF4-FFF2-40B4-BE49-F238E27FC236}">
                <a16:creationId xmlns:a16="http://schemas.microsoft.com/office/drawing/2014/main" id="{F13BC06F-2568-419B-B31C-C964DFAE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28875"/>
            <a:ext cx="1203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100%｜王经理</a:t>
            </a:r>
          </a:p>
        </p:txBody>
      </p:sp>
      <p:sp>
        <p:nvSpPr>
          <p:cNvPr id="55" name="task-label-t4">
            <a:extLst xmlns:a="http://schemas.openxmlformats.org/drawingml/2006/main">
              <a:ext uri="{FF2B5EF4-FFF2-40B4-BE49-F238E27FC236}">
                <a16:creationId xmlns:a16="http://schemas.microsoft.com/office/drawing/2014/main" id="{793A62A4-9CA6-47A2-A083-5B1A65E5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核心开发</a:t>
            </a:r>
          </a:p>
        </p:txBody>
      </p:sp>
      <p:sp>
        <p:nvSpPr>
          <p:cNvPr id="56" name="task-t4">
            <a:extLst xmlns:a="http://schemas.openxmlformats.org/drawingml/2006/main">
              <a:ext uri="{FF2B5EF4-FFF2-40B4-BE49-F238E27FC236}">
                <a16:creationId xmlns:a16="http://schemas.microsoft.com/office/drawing/2014/main" id="{030D69D9-577D-4706-9607-D60D4C43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2828925"/>
            <a:ext cx="240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905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45%｜赵经理</a:t>
            </a:r>
          </a:p>
        </p:txBody>
      </p:sp>
      <p:sp>
        <p:nvSpPr>
          <p:cNvPr id="57" name="task-label-t5">
            <a:extLst xmlns:a="http://schemas.openxmlformats.org/drawingml/2006/main">
              <a:ext uri="{FF2B5EF4-FFF2-40B4-BE49-F238E27FC236}">
                <a16:creationId xmlns:a16="http://schemas.microsoft.com/office/drawing/2014/main" id="{CB71372E-C24D-4371-8017-EBF9FC3B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接口联调</a:t>
            </a:r>
          </a:p>
        </p:txBody>
      </p:sp>
      <p:sp>
        <p:nvSpPr>
          <p:cNvPr id="58" name="task-t5">
            <a:extLst xmlns:a="http://schemas.openxmlformats.org/drawingml/2006/main">
              <a:ext uri="{FF2B5EF4-FFF2-40B4-BE49-F238E27FC236}">
                <a16:creationId xmlns:a16="http://schemas.microsoft.com/office/drawing/2014/main" id="{806FDE14-1202-4862-B60F-93CFB096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567" y="3228975"/>
            <a:ext cx="160443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905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10%｜赵经理</a:t>
            </a:r>
          </a:p>
        </p:txBody>
      </p:sp>
      <p:sp>
        <p:nvSpPr>
          <p:cNvPr id="59" name="task-label-t6">
            <a:extLst xmlns:a="http://schemas.openxmlformats.org/drawingml/2006/main">
              <a:ext uri="{FF2B5EF4-FFF2-40B4-BE49-F238E27FC236}">
                <a16:creationId xmlns:a16="http://schemas.microsoft.com/office/drawing/2014/main" id="{7CAFCD1F-FC08-4225-BC8B-9CA2EE19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主数据治理</a:t>
            </a:r>
          </a:p>
        </p:txBody>
      </p:sp>
      <p:sp>
        <p:nvSpPr>
          <p:cNvPr id="60" name="task-t6">
            <a:extLst xmlns:a="http://schemas.openxmlformats.org/drawingml/2006/main">
              <a:ext uri="{FF2B5EF4-FFF2-40B4-BE49-F238E27FC236}">
                <a16:creationId xmlns:a16="http://schemas.microsoft.com/office/drawing/2014/main" id="{BC888B39-746E-4963-9ECF-42A6B127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808" y="3629025"/>
            <a:ext cx="240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905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60%｜周经理</a:t>
            </a:r>
          </a:p>
        </p:txBody>
      </p:sp>
      <p:sp>
        <p:nvSpPr>
          <p:cNvPr id="61" name="task-label-t7">
            <a:extLst xmlns:a="http://schemas.openxmlformats.org/drawingml/2006/main">
              <a:ext uri="{FF2B5EF4-FFF2-40B4-BE49-F238E27FC236}">
                <a16:creationId xmlns:a16="http://schemas.microsoft.com/office/drawing/2014/main" id="{21B021C5-B15A-4B62-B04B-E4D74660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数据迁移</a:t>
            </a:r>
          </a:p>
        </p:txBody>
      </p:sp>
      <p:sp>
        <p:nvSpPr>
          <p:cNvPr id="62" name="task-t7">
            <a:extLst xmlns:a="http://schemas.openxmlformats.org/drawingml/2006/main">
              <a:ext uri="{FF2B5EF4-FFF2-40B4-BE49-F238E27FC236}">
                <a16:creationId xmlns:a16="http://schemas.microsoft.com/office/drawing/2014/main" id="{7409DF5D-B1E9-42D6-89DA-D9C11274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458" y="4029075"/>
            <a:ext cx="160443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905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20%｜周经理</a:t>
            </a:r>
          </a:p>
        </p:txBody>
      </p:sp>
      <p:sp>
        <p:nvSpPr>
          <p:cNvPr id="63" name="task-label-t8">
            <a:extLst xmlns:a="http://schemas.openxmlformats.org/drawingml/2006/main">
              <a:ext uri="{FF2B5EF4-FFF2-40B4-BE49-F238E27FC236}">
                <a16:creationId xmlns:a16="http://schemas.microsoft.com/office/drawing/2014/main" id="{FE1EB0D5-948A-4B78-8F38-A28BAD95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005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试点培训</a:t>
            </a:r>
          </a:p>
        </p:txBody>
      </p:sp>
      <p:sp>
        <p:nvSpPr>
          <p:cNvPr id="64" name="task-t8">
            <a:extLst xmlns:a="http://schemas.openxmlformats.org/drawingml/2006/main">
              <a:ext uri="{FF2B5EF4-FFF2-40B4-BE49-F238E27FC236}">
                <a16:creationId xmlns:a16="http://schemas.microsoft.com/office/drawing/2014/main" id="{D438CF9A-BE98-4A50-9310-2EE729B6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567" y="4429125"/>
            <a:ext cx="802217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0%｜孙经理</a:t>
            </a:r>
          </a:p>
        </p:txBody>
      </p:sp>
      <p:sp>
        <p:nvSpPr>
          <p:cNvPr id="65" name="task-label-t9">
            <a:extLst xmlns:a="http://schemas.openxmlformats.org/drawingml/2006/main">
              <a:ext uri="{FF2B5EF4-FFF2-40B4-BE49-F238E27FC236}">
                <a16:creationId xmlns:a16="http://schemas.microsoft.com/office/drawing/2014/main" id="{9B3526E8-E774-4643-9D22-5DC307C8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006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业务试点</a:t>
            </a:r>
          </a:p>
        </p:txBody>
      </p:sp>
      <p:sp>
        <p:nvSpPr>
          <p:cNvPr id="66" name="task-t9">
            <a:extLst xmlns:a="http://schemas.openxmlformats.org/drawingml/2006/main">
              <a:ext uri="{FF2B5EF4-FFF2-40B4-BE49-F238E27FC236}">
                <a16:creationId xmlns:a16="http://schemas.microsoft.com/office/drawing/2014/main" id="{266A9556-8B94-49D6-8FF5-1DA894B5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783" y="4829175"/>
            <a:ext cx="160443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905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0%｜李经理</a:t>
            </a:r>
          </a:p>
        </p:txBody>
      </p:sp>
      <p:sp>
        <p:nvSpPr>
          <p:cNvPr id="67" name="task-label-t10">
            <a:extLst xmlns:a="http://schemas.openxmlformats.org/drawingml/2006/main">
              <a:ext uri="{FF2B5EF4-FFF2-40B4-BE49-F238E27FC236}">
                <a16:creationId xmlns:a16="http://schemas.microsoft.com/office/drawing/2014/main" id="{4E0B8A53-BCD5-4CAD-AD82-6F05339C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006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全面推广</a:t>
            </a:r>
          </a:p>
        </p:txBody>
      </p:sp>
      <p:sp>
        <p:nvSpPr>
          <p:cNvPr id="68" name="task-t10">
            <a:extLst xmlns:a="http://schemas.openxmlformats.org/drawingml/2006/main">
              <a:ext uri="{FF2B5EF4-FFF2-40B4-BE49-F238E27FC236}">
                <a16:creationId xmlns:a16="http://schemas.microsoft.com/office/drawing/2014/main" id="{92BBA03F-62CD-4F2C-860D-9E4A44D9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217" y="5229225"/>
            <a:ext cx="160443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1905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0%｜孙经理</a:t>
            </a:r>
          </a:p>
        </p:txBody>
      </p:sp>
      <p:sp>
        <p:nvSpPr>
          <p:cNvPr id="78" name="milestone-1">
            <a:extLst xmlns:a="http://schemas.openxmlformats.org/drawingml/2006/main">
              <a:ext uri="{FF2B5EF4-FFF2-40B4-BE49-F238E27FC236}">
                <a16:creationId xmlns:a16="http://schemas.microsoft.com/office/drawing/2014/main" id="{EFAEBE34-E7B7-4323-BA3A-D77AE3A2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063" y="1333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◆</a:t>
            </a:r>
          </a:p>
        </p:txBody>
      </p:sp>
      <p:sp>
        <p:nvSpPr>
          <p:cNvPr id="79" name="milestone-2">
            <a:extLst xmlns:a="http://schemas.openxmlformats.org/drawingml/2006/main">
              <a:ext uri="{FF2B5EF4-FFF2-40B4-BE49-F238E27FC236}">
                <a16:creationId xmlns:a16="http://schemas.microsoft.com/office/drawing/2014/main" id="{75D207B4-0FCE-4EBE-A8F3-830B5ABF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171" y="1333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◆</a:t>
            </a:r>
          </a:p>
        </p:txBody>
      </p:sp>
      <p:sp>
        <p:nvSpPr>
          <p:cNvPr id="80" name="milestone-3">
            <a:extLst xmlns:a="http://schemas.openxmlformats.org/drawingml/2006/main">
              <a:ext uri="{FF2B5EF4-FFF2-40B4-BE49-F238E27FC236}">
                <a16:creationId xmlns:a16="http://schemas.microsoft.com/office/drawing/2014/main" id="{C439A40A-FCF9-4495-B927-73BB3C11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6821" y="1333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◆</a:t>
            </a:r>
          </a:p>
        </p:txBody>
      </p:sp>
      <p:sp>
        <p:nvSpPr>
          <p:cNvPr id="81" name="milestone-4">
            <a:extLst xmlns:a="http://schemas.openxmlformats.org/drawingml/2006/main">
              <a:ext uri="{FF2B5EF4-FFF2-40B4-BE49-F238E27FC236}">
                <a16:creationId xmlns:a16="http://schemas.microsoft.com/office/drawing/2014/main" id="{06B7E61A-186A-4C77-BA5D-93AC7636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38" y="1333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◆</a:t>
            </a:r>
          </a:p>
        </p:txBody>
      </p:sp>
      <p:sp>
        <p:nvSpPr>
          <p:cNvPr id="82" name="milestone-5">
            <a:extLst xmlns:a="http://schemas.openxmlformats.org/drawingml/2006/main">
              <a:ext uri="{FF2B5EF4-FFF2-40B4-BE49-F238E27FC236}">
                <a16:creationId xmlns:a16="http://schemas.microsoft.com/office/drawing/2014/main" id="{0CAB09BF-3EC9-4993-8B00-1A2E0619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63" y="1333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◆</a:t>
            </a:r>
          </a:p>
        </p:txBody>
      </p:sp>
      <p:sp>
        <p:nvSpPr>
          <p:cNvPr id="83" name="milestone-6">
            <a:extLst xmlns:a="http://schemas.openxmlformats.org/drawingml/2006/main">
              <a:ext uri="{FF2B5EF4-FFF2-40B4-BE49-F238E27FC236}">
                <a16:creationId xmlns:a16="http://schemas.microsoft.com/office/drawing/2014/main" id="{DB4BDE54-A867-48D5-8FF9-64088A52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6796" y="1333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◆</a:t>
            </a:r>
          </a:p>
        </p:txBody>
      </p:sp>
      <p:sp>
        <p:nvSpPr>
          <p:cNvPr id="84" name="gantt-side-title">
            <a:extLst xmlns:a="http://schemas.openxmlformats.org/drawingml/2006/main">
              <a:ext uri="{FF2B5EF4-FFF2-40B4-BE49-F238E27FC236}">
                <a16:creationId xmlns:a16="http://schemas.microsoft.com/office/drawing/2014/main" id="{5F6DC133-6ABF-4CA6-A916-0A653263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71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关键路径</a:t>
            </a:r>
          </a:p>
        </p:txBody>
      </p:sp>
      <p:sp>
        <p:nvSpPr>
          <p:cNvPr id="85" name="gantt-metric-1">
            <a:extLst xmlns:a="http://schemas.openxmlformats.org/drawingml/2006/main">
              <a:ext uri="{FF2B5EF4-FFF2-40B4-BE49-F238E27FC236}">
                <a16:creationId xmlns:a16="http://schemas.microsoft.com/office/drawing/2014/main" id="{FBFBD9FB-0BC6-4860-81B5-3B9D9A1D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66900"/>
            <a:ext cx="1562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关键路径总时长｜18 个月</a:t>
            </a:r>
          </a:p>
        </p:txBody>
      </p:sp>
      <p:sp>
        <p:nvSpPr>
          <p:cNvPr id="86" name="gantt-metric-2">
            <a:extLst xmlns:a="http://schemas.openxmlformats.org/drawingml/2006/main">
              <a:ext uri="{FF2B5EF4-FFF2-40B4-BE49-F238E27FC236}">
                <a16:creationId xmlns:a16="http://schemas.microsoft.com/office/drawing/2014/main" id="{DFE4F248-E3AC-4529-974F-23D9ABF7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38450"/>
            <a:ext cx="1562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剩余浮动时间｜1 个月</a:t>
            </a:r>
          </a:p>
        </p:txBody>
      </p:sp>
      <p:sp>
        <p:nvSpPr>
          <p:cNvPr id="87" name="gantt-metric-3">
            <a:extLst xmlns:a="http://schemas.openxmlformats.org/drawingml/2006/main">
              <a:ext uri="{FF2B5EF4-FFF2-40B4-BE49-F238E27FC236}">
                <a16:creationId xmlns:a16="http://schemas.microsoft.com/office/drawing/2014/main" id="{22F36B51-B0D8-47FC-A5A4-90EE609A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10000"/>
            <a:ext cx="1562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最可能延期｜接口联调、数据迁移、业务试点</a:t>
            </a:r>
          </a:p>
        </p:txBody>
      </p:sp>
      <p:sp>
        <p:nvSpPr>
          <p:cNvPr id="88" name="bottom">
            <a:extLst xmlns:a="http://schemas.openxmlformats.org/drawingml/2006/main">
              <a:ext uri="{FF2B5EF4-FFF2-40B4-BE49-F238E27FC236}">
                <a16:creationId xmlns:a16="http://schemas.microsoft.com/office/drawing/2014/main" id="{0F854D3B-EF99-49A5-BEA2-4492D98F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1163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优先锁定接口与数据资源，确保第 11 月试点不被关键路径拖延</a:t>
            </a:r>
          </a:p>
        </p:txBody>
      </p:sp>
      <p:cxnSp>
        <p:nvCxnSpPr>
          <p:cNvPr id="168" name=""/>
          <p:cNvCxnSpPr>
            <a:stCxn xmlns:a="http://schemas.openxmlformats.org/drawingml/2006/main" id="50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 flipH="1">
            <a:off x="2572808" y="1790700"/>
            <a:ext cx="401109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1430">
            <a:solidFill>
              <a:srgbClr val="697386"/>
            </a:solidFill>
            <a:prstDash val="dash"/>
            <a:tailEnd type="triangle" w="med" len="med"/>
          </a:ln>
        </p:spPr>
      </p:cxnSp>
      <p:cxnSp>
        <p:nvCxnSpPr>
          <p:cNvPr id="169" name=""/>
          <p:cNvCxnSpPr>
            <a:stCxn xmlns:a="http://schemas.openxmlformats.org/drawingml/2006/main" id="52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 flipH="1">
            <a:off x="3375025" y="2190750"/>
            <a:ext cx="802216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1430">
            <a:solidFill>
              <a:srgbClr val="697386"/>
            </a:solidFill>
            <a:prstDash val="dash"/>
            <a:tailEnd type="triangle" w="med" len="med"/>
          </a:ln>
        </p:spPr>
      </p:cxnSp>
      <p:cxnSp>
        <p:nvCxnSpPr>
          <p:cNvPr id="170" name=""/>
          <p:cNvCxnSpPr>
            <a:stCxn xmlns:a="http://schemas.openxmlformats.org/drawingml/2006/main" id="54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3375025" y="259080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97386"/>
            </a:solidFill>
            <a:prstDash val="dash"/>
            <a:tailEnd type="triangle" w="med" len="med"/>
          </a:ln>
        </p:spPr>
      </p:cxnSp>
      <p:cxnSp>
        <p:nvCxnSpPr>
          <p:cNvPr id="171" name=""/>
          <p:cNvCxnSpPr>
            <a:stCxn xmlns:a="http://schemas.openxmlformats.org/drawingml/2006/main" id="56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 flipH="1">
            <a:off x="5380567" y="2990850"/>
            <a:ext cx="401108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1430">
            <a:solidFill>
              <a:srgbClr val="697386"/>
            </a:solidFill>
            <a:prstDash val="dash"/>
            <a:tailEnd type="triangle" w="med" len="med"/>
          </a:ln>
        </p:spPr>
      </p:cxnSp>
      <p:cxnSp>
        <p:nvCxnSpPr>
          <p:cNvPr id="172" name=""/>
          <p:cNvCxnSpPr>
            <a:stCxn xmlns:a="http://schemas.openxmlformats.org/drawingml/2006/main" id="60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979458" y="379095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97386"/>
            </a:solidFill>
            <a:prstDash val="dash"/>
            <a:tailEnd type="triangle" w="med" len="med"/>
          </a:ln>
        </p:spPr>
      </p:cxnSp>
      <p:cxnSp>
        <p:nvCxnSpPr>
          <p:cNvPr id="173" name=""/>
          <p:cNvCxnSpPr>
            <a:stCxn xmlns:a="http://schemas.openxmlformats.org/drawingml/2006/main" id="58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H="1">
            <a:off x="6182783" y="3390900"/>
            <a:ext cx="802217" cy="1600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1430">
            <a:solidFill>
              <a:srgbClr val="697386"/>
            </a:solidFill>
            <a:prstDash val="dash"/>
            <a:tailEnd type="triangle" w="med" len="med"/>
          </a:ln>
        </p:spPr>
      </p:cxnSp>
      <p:cxnSp>
        <p:nvCxnSpPr>
          <p:cNvPr id="174" name=""/>
          <p:cNvCxnSpPr>
            <a:stCxn xmlns:a="http://schemas.openxmlformats.org/drawingml/2006/main" id="62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H="1">
            <a:off x="6182783" y="4191000"/>
            <a:ext cx="401108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1430">
            <a:solidFill>
              <a:srgbClr val="697386"/>
            </a:solidFill>
            <a:prstDash val="dash"/>
            <a:tailEnd type="triangle" w="med" len="med"/>
          </a:ln>
        </p:spPr>
      </p:cxnSp>
      <p:cxnSp>
        <p:nvCxnSpPr>
          <p:cNvPr id="175" name=""/>
          <p:cNvCxnSpPr>
            <a:stCxn xmlns:a="http://schemas.openxmlformats.org/drawingml/2006/main" id="64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H="1">
            <a:off x="6182784" y="459105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97386"/>
            </a:solidFill>
            <a:prstDash val="dash"/>
            <a:tailEnd type="triangle" w="med" len="med"/>
          </a:ln>
        </p:spPr>
      </p:cxnSp>
      <p:cxnSp>
        <p:nvCxnSpPr>
          <p:cNvPr id="176" name=""/>
          <p:cNvCxnSpPr>
            <a:stCxn xmlns:a="http://schemas.openxmlformats.org/drawingml/2006/main" id="66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7787216" y="499110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97386"/>
            </a:solidFill>
            <a:prstDash val="dash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3622489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2026-07-31T20:38:06.2600000Z</dcterms:created>
  <dcterms:modified xsi:type="dcterms:W3CDTF">2026-07-31T20:38:06.2600000Z</dcterms:modified>
</coreProperties>
</file>