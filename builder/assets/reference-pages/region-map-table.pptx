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5481d80011e43c4" /><Relationship Type="http://schemas.openxmlformats.org/officeDocument/2006/relationships/extended-properties" Target="/docProps/app.xml" Id="Raed178f6b1084dc9" /><Relationship Type="http://schemas.openxmlformats.org/officeDocument/2006/relationships/officeDocument" Target="/ppt/presentation.xml" Id="Rc4aa88f0b10e4ec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e2bc492e1c749b2"/>
  </p:sldMasterIdLst>
  <p:notesMasterIdLst>
    <p:notesMasterId xmlns:r="http://schemas.openxmlformats.org/officeDocument/2006/relationships" r:id="R0b05bf4c750e45ff"/>
  </p:notesMasterIdLst>
  <p:sldIdLst>
    <p:sldId xmlns:r="http://schemas.openxmlformats.org/officeDocument/2006/relationships" id="256" r:id="Rc8b139e2c3ed46a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915356fa9c24cfc" /><Relationship Type="http://schemas.openxmlformats.org/officeDocument/2006/relationships/slideMaster" Target="/ppt/slideMasters/slideMaster1.xml" Id="Rbe2bc492e1c749b2" /><Relationship Type="http://schemas.openxmlformats.org/officeDocument/2006/relationships/notesMaster" Target="/ppt/notesMasters/notesMaster1.xml" Id="R0b05bf4c750e45ff" /><Relationship Type="http://schemas.openxmlformats.org/officeDocument/2006/relationships/presProps" Target="/ppt/presProps.xml" Id="R1d12cf3bbb654282" /><Relationship Type="http://schemas.openxmlformats.org/officeDocument/2006/relationships/tableStyles" Target="/ppt/tableStyles.xml" Id="R92ed443be9d34fd8" /><Relationship Type="http://schemas.openxmlformats.org/officeDocument/2006/relationships/slide" Target="/ppt/slides/slide1.xml" Id="Rc8b139e2c3ed46a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d565a56cf244f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9c2d90543d44642" /><Relationship Type="http://schemas.openxmlformats.org/officeDocument/2006/relationships/notesMaster" Target="/ppt/notesMasters/notesMaster1.xml" Id="R0064148c668744f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11a72f7a9345e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089dc7ed2f44735" /><Relationship Type="http://schemas.openxmlformats.org/officeDocument/2006/relationships/slideLayout" Target="/ppt/slideLayouts/slideLayout1.xml" Id="Rf6c692c13f3d4a1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6c692c13f3d4a1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ebeec8da8247eb" /><Relationship Type="http://schemas.openxmlformats.org/officeDocument/2006/relationships/notesSlide" Target="/ppt/notesSlides/notesSlide1.xml" Id="R3ca7bbeff8eb481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page-title">
            <a:extLst xmlns:a="http://schemas.openxmlformats.org/drawingml/2006/main">
              <a:ext uri="{FF2B5EF4-FFF2-40B4-BE49-F238E27FC236}">
                <a16:creationId xmlns:a16="http://schemas.microsoft.com/office/drawing/2014/main" id="{EA5BA4EC-3111-47C7-8A5F-3D536BB8B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1116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75F"/>
                </a:solidFill>
              </a:defRPr>
            </a:pPr>
            <a:r>
              <a:rPr sz="2550" b="1">
                <a:solidFill>
                  <a:srgbClr val="15375F"/>
                </a:solidFill>
              </a:rPr>
              <a:t>70% 的人力成本集中在三个高成本区域，但产出贡献仅占 49%</a:t>
            </a:r>
          </a:p>
        </p:txBody>
      </p:sp>
      <p:sp>
        <p:nvSpPr>
          <p:cNvPr id="2" name="region-frame">
            <a:extLst xmlns:a="http://schemas.openxmlformats.org/drawingml/2006/main">
              <a:ext uri="{FF2B5EF4-FFF2-40B4-BE49-F238E27FC236}">
                <a16:creationId xmlns:a16="http://schemas.microsoft.com/office/drawing/2014/main" id="{967DEA97-55F2-42D2-92CA-F9E6D6B7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57300"/>
            <a:ext cx="8096250" cy="4286250"/>
          </a:xfrm>
          <a:prstGeom xmlns:a="http://schemas.openxmlformats.org/drawingml/2006/main" prst="roundRect">
            <a:avLst>
              <a:gd name="adj" fmla="val 1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3" name="region-map-outline">
            <a:extLst xmlns:a="http://schemas.openxmlformats.org/drawingml/2006/main">
              <a:ext uri="{FF2B5EF4-FFF2-40B4-BE49-F238E27FC236}">
                <a16:creationId xmlns:a16="http://schemas.microsoft.com/office/drawing/2014/main" id="{14CE93B1-1780-427B-8EFE-FF1587E27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81150"/>
            <a:ext cx="4476750" cy="3143250"/>
          </a:xfrm>
          <a:custGeom xmlns:a="http://schemas.openxmlformats.org/drawingml/2006/main">
            <a:pathLst>
              <a:path w="952500" h="952500">
                <a:moveTo>
                  <a:pt x="76200" y="428625"/>
                </a:moveTo>
                <a:lnTo>
                  <a:pt x="171450" y="190500"/>
                </a:lnTo>
                <a:lnTo>
                  <a:pt x="333375" y="114300"/>
                </a:lnTo>
                <a:lnTo>
                  <a:pt x="457200" y="228600"/>
                </a:lnTo>
                <a:lnTo>
                  <a:pt x="590550" y="123825"/>
                </a:lnTo>
                <a:lnTo>
                  <a:pt x="762000" y="238125"/>
                </a:lnTo>
                <a:lnTo>
                  <a:pt x="876300" y="400050"/>
                </a:lnTo>
                <a:lnTo>
                  <a:pt x="781050" y="523875"/>
                </a:lnTo>
                <a:lnTo>
                  <a:pt x="838200" y="695325"/>
                </a:lnTo>
                <a:lnTo>
                  <a:pt x="666750" y="838200"/>
                </a:lnTo>
                <a:lnTo>
                  <a:pt x="476250" y="762000"/>
                </a:lnTo>
                <a:lnTo>
                  <a:pt x="361950" y="895350"/>
                </a:lnTo>
                <a:lnTo>
                  <a:pt x="219075" y="742950"/>
                </a:lnTo>
                <a:lnTo>
                  <a:pt x="95250" y="647700"/>
                </a:lnTo>
                <a:close/>
              </a:path>
            </a:pathLst>
          </a:custGeom>
          <a:solidFill xmlns:a="http://schemas.openxmlformats.org/drawingml/2006/main">
            <a:srgbClr val="E9F1FA"/>
          </a:solidFill>
          <a:ln xmlns:a="http://schemas.openxmlformats.org/drawingml/2006/main" w="14288">
            <a:solidFill>
              <a:srgbClr val="2F6FB2"/>
            </a:solidFill>
            <a:prstDash val="solid"/>
          </a:ln>
        </p:spPr>
      </p:sp>
      <p:sp>
        <p:nvSpPr>
          <p:cNvPr id="4" name="region-east">
            <a:extLst xmlns:a="http://schemas.openxmlformats.org/drawingml/2006/main">
              <a:ext uri="{FF2B5EF4-FFF2-40B4-BE49-F238E27FC236}">
                <a16:creationId xmlns:a16="http://schemas.microsoft.com/office/drawing/2014/main" id="{F999C496-6812-4EA4-852C-9C11C1606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7585" y="2762250"/>
            <a:ext cx="781050" cy="781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92</a:t>
            </a:r>
          </a:p>
        </p:txBody>
      </p:sp>
      <p:sp>
        <p:nvSpPr>
          <p:cNvPr id="5" name="region-label-east">
            <a:extLst xmlns:a="http://schemas.openxmlformats.org/drawingml/2006/main">
              <a:ext uri="{FF2B5EF4-FFF2-40B4-BE49-F238E27FC236}">
                <a16:creationId xmlns:a16="http://schemas.microsoft.com/office/drawing/2014/main" id="{C8B39377-317C-499A-A526-E18BE257C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1860" y="354330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华东</a:t>
            </a:r>
          </a:p>
        </p:txBody>
      </p:sp>
      <p:sp>
        <p:nvSpPr>
          <p:cNvPr id="6" name="region-north">
            <a:extLst xmlns:a="http://schemas.openxmlformats.org/drawingml/2006/main">
              <a:ext uri="{FF2B5EF4-FFF2-40B4-BE49-F238E27FC236}">
                <a16:creationId xmlns:a16="http://schemas.microsoft.com/office/drawing/2014/main" id="{95C470E4-AFA1-479F-9352-895F2CE6A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8" y="2070735"/>
            <a:ext cx="781050" cy="781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88</a:t>
            </a:r>
          </a:p>
        </p:txBody>
      </p:sp>
      <p:sp>
        <p:nvSpPr>
          <p:cNvPr id="7" name="region-label-north">
            <a:extLst xmlns:a="http://schemas.openxmlformats.org/drawingml/2006/main">
              <a:ext uri="{FF2B5EF4-FFF2-40B4-BE49-F238E27FC236}">
                <a16:creationId xmlns:a16="http://schemas.microsoft.com/office/drawing/2014/main" id="{857C487A-7440-4E1E-86E0-3293FD380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0813" y="285178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华北</a:t>
            </a:r>
          </a:p>
        </p:txBody>
      </p:sp>
      <p:sp>
        <p:nvSpPr>
          <p:cNvPr id="8" name="region-south">
            <a:extLst xmlns:a="http://schemas.openxmlformats.org/drawingml/2006/main">
              <a:ext uri="{FF2B5EF4-FFF2-40B4-BE49-F238E27FC236}">
                <a16:creationId xmlns:a16="http://schemas.microsoft.com/office/drawing/2014/main" id="{5AE72FD8-87BD-4FA0-83D7-F8D9BFEF0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9910" y="3453765"/>
            <a:ext cx="781050" cy="781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96</a:t>
            </a:r>
          </a:p>
        </p:txBody>
      </p:sp>
      <p:sp>
        <p:nvSpPr>
          <p:cNvPr id="9" name="region-label-south">
            <a:extLst xmlns:a="http://schemas.openxmlformats.org/drawingml/2006/main">
              <a:ext uri="{FF2B5EF4-FFF2-40B4-BE49-F238E27FC236}">
                <a16:creationId xmlns:a16="http://schemas.microsoft.com/office/drawing/2014/main" id="{FA660C56-836E-47A8-BB71-BDA6D5298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4185" y="423481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华南</a:t>
            </a:r>
          </a:p>
        </p:txBody>
      </p:sp>
      <p:sp>
        <p:nvSpPr>
          <p:cNvPr id="10" name="region-central">
            <a:extLst xmlns:a="http://schemas.openxmlformats.org/drawingml/2006/main">
              <a:ext uri="{FF2B5EF4-FFF2-40B4-BE49-F238E27FC236}">
                <a16:creationId xmlns:a16="http://schemas.microsoft.com/office/drawing/2014/main" id="{A9FC0C2E-ED28-4929-98E5-C7B52A7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3165" y="3013710"/>
            <a:ext cx="781050" cy="781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112</a:t>
            </a:r>
          </a:p>
        </p:txBody>
      </p:sp>
      <p:sp>
        <p:nvSpPr>
          <p:cNvPr id="11" name="region-label-central">
            <a:extLst xmlns:a="http://schemas.openxmlformats.org/drawingml/2006/main">
              <a:ext uri="{FF2B5EF4-FFF2-40B4-BE49-F238E27FC236}">
                <a16:creationId xmlns:a16="http://schemas.microsoft.com/office/drawing/2014/main" id="{E7974D06-5689-499A-8CC2-4842C0B51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379476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华中</a:t>
            </a:r>
          </a:p>
        </p:txBody>
      </p:sp>
      <p:sp>
        <p:nvSpPr>
          <p:cNvPr id="12" name="region-west">
            <a:extLst xmlns:a="http://schemas.openxmlformats.org/drawingml/2006/main">
              <a:ext uri="{FF2B5EF4-FFF2-40B4-BE49-F238E27FC236}">
                <a16:creationId xmlns:a16="http://schemas.microsoft.com/office/drawing/2014/main" id="{532B258F-C2BE-46BE-ABAF-0B84DB904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" y="2982278"/>
            <a:ext cx="781050" cy="781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118</a:t>
            </a:r>
          </a:p>
        </p:txBody>
      </p:sp>
      <p:sp>
        <p:nvSpPr>
          <p:cNvPr id="13" name="region-label-west">
            <a:extLst xmlns:a="http://schemas.openxmlformats.org/drawingml/2006/main">
              <a:ext uri="{FF2B5EF4-FFF2-40B4-BE49-F238E27FC236}">
                <a16:creationId xmlns:a16="http://schemas.microsoft.com/office/drawing/2014/main" id="{3130416D-7FAA-4387-83EB-1C406D41D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090" y="3763328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西部</a:t>
            </a:r>
          </a:p>
        </p:txBody>
      </p:sp>
      <p:sp>
        <p:nvSpPr>
          <p:cNvPr id="14" name="region-northeast">
            <a:extLst xmlns:a="http://schemas.openxmlformats.org/drawingml/2006/main">
              <a:ext uri="{FF2B5EF4-FFF2-40B4-BE49-F238E27FC236}">
                <a16:creationId xmlns:a16="http://schemas.microsoft.com/office/drawing/2014/main" id="{2885D85A-D9A0-4842-AEA1-6AB796BF1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8980" y="1756410"/>
            <a:ext cx="781050" cy="781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101</a:t>
            </a:r>
          </a:p>
        </p:txBody>
      </p:sp>
      <p:sp>
        <p:nvSpPr>
          <p:cNvPr id="15" name="region-label-northeast">
            <a:extLst xmlns:a="http://schemas.openxmlformats.org/drawingml/2006/main">
              <a:ext uri="{FF2B5EF4-FFF2-40B4-BE49-F238E27FC236}">
                <a16:creationId xmlns:a16="http://schemas.microsoft.com/office/drawing/2014/main" id="{7F0281C2-81DB-4FD7-BEAC-DA63E161C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3255" y="253746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东北</a:t>
            </a:r>
          </a:p>
        </p:txBody>
      </p:sp>
      <p:sp>
        <p:nvSpPr>
          <p:cNvPr id="16" name="region-table-head">
            <a:extLst xmlns:a="http://schemas.openxmlformats.org/drawingml/2006/main">
              <a:ext uri="{FF2B5EF4-FFF2-40B4-BE49-F238E27FC236}">
                <a16:creationId xmlns:a16="http://schemas.microsoft.com/office/drawing/2014/main" id="{4A922006-9F2E-448B-97EC-00582CBF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581150"/>
            <a:ext cx="2857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区域｜人数｜成本｜产出｜人效</a:t>
            </a:r>
          </a:p>
        </p:txBody>
      </p:sp>
      <p:sp>
        <p:nvSpPr>
          <p:cNvPr id="17" name="region-row-1">
            <a:extLst xmlns:a="http://schemas.openxmlformats.org/drawingml/2006/main">
              <a:ext uri="{FF2B5EF4-FFF2-40B4-BE49-F238E27FC236}">
                <a16:creationId xmlns:a16="http://schemas.microsoft.com/office/drawing/2014/main" id="{1B323787-7162-4381-B3FC-5198DFB89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8859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华东｜620｜28%｜20%｜92</a:t>
            </a:r>
          </a:p>
        </p:txBody>
      </p:sp>
      <p:sp>
        <p:nvSpPr>
          <p:cNvPr id="18" name="region-row-2">
            <a:extLst xmlns:a="http://schemas.openxmlformats.org/drawingml/2006/main">
              <a:ext uri="{FF2B5EF4-FFF2-40B4-BE49-F238E27FC236}">
                <a16:creationId xmlns:a16="http://schemas.microsoft.com/office/drawing/2014/main" id="{D67FADB5-4F75-450B-AFDF-31B570C09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20980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华北｜510｜24%｜17%｜88</a:t>
            </a:r>
          </a:p>
        </p:txBody>
      </p:sp>
      <p:sp>
        <p:nvSpPr>
          <p:cNvPr id="19" name="region-row-3">
            <a:extLst xmlns:a="http://schemas.openxmlformats.org/drawingml/2006/main">
              <a:ext uri="{FF2B5EF4-FFF2-40B4-BE49-F238E27FC236}">
                <a16:creationId xmlns:a16="http://schemas.microsoft.com/office/drawing/2014/main" id="{00F74ED3-C4EC-4579-A8A1-8C853E891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5336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华南｜450｜18%｜12%｜96</a:t>
            </a:r>
          </a:p>
        </p:txBody>
      </p:sp>
      <p:sp>
        <p:nvSpPr>
          <p:cNvPr id="20" name="region-row-4">
            <a:extLst xmlns:a="http://schemas.openxmlformats.org/drawingml/2006/main">
              <a:ext uri="{FF2B5EF4-FFF2-40B4-BE49-F238E27FC236}">
                <a16:creationId xmlns:a16="http://schemas.microsoft.com/office/drawing/2014/main" id="{22B4F89B-2381-4591-BDF4-5BCF8CD85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85750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华中｜260｜11%｜17%｜112</a:t>
            </a:r>
          </a:p>
        </p:txBody>
      </p:sp>
      <p:sp>
        <p:nvSpPr>
          <p:cNvPr id="21" name="region-row-5">
            <a:extLst xmlns:a="http://schemas.openxmlformats.org/drawingml/2006/main">
              <a:ext uri="{FF2B5EF4-FFF2-40B4-BE49-F238E27FC236}">
                <a16:creationId xmlns:a16="http://schemas.microsoft.com/office/drawing/2014/main" id="{ECED2855-50F8-434E-965E-473148D9B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1813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西部｜180｜9%｜14%｜118</a:t>
            </a:r>
          </a:p>
        </p:txBody>
      </p:sp>
      <p:sp>
        <p:nvSpPr>
          <p:cNvPr id="22" name="region-row-6">
            <a:extLst xmlns:a="http://schemas.openxmlformats.org/drawingml/2006/main">
              <a:ext uri="{FF2B5EF4-FFF2-40B4-BE49-F238E27FC236}">
                <a16:creationId xmlns:a16="http://schemas.microsoft.com/office/drawing/2014/main" id="{E8120579-332A-4698-BF92-64FC4733C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50520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东北｜130｜6%｜8%｜101</a:t>
            </a:r>
          </a:p>
        </p:txBody>
      </p:sp>
      <p:sp>
        <p:nvSpPr>
          <p:cNvPr id="26" name="关键洞察-rail">
            <a:extLst xmlns:a="http://schemas.openxmlformats.org/drawingml/2006/main">
              <a:ext uri="{FF2B5EF4-FFF2-40B4-BE49-F238E27FC236}">
                <a16:creationId xmlns:a16="http://schemas.microsoft.com/office/drawing/2014/main" id="{9D6366BF-37D4-433F-9099-E29E64AA4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200150"/>
            <a:ext cx="2781300" cy="443865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27" name="关键洞察-title">
            <a:extLst xmlns:a="http://schemas.openxmlformats.org/drawingml/2006/main">
              <a:ext uri="{FF2B5EF4-FFF2-40B4-BE49-F238E27FC236}">
                <a16:creationId xmlns:a16="http://schemas.microsoft.com/office/drawing/2014/main" id="{8BFCCDE0-CE8A-4DCD-A5D7-97A4C439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3335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关键洞察</a:t>
            </a:r>
          </a:p>
        </p:txBody>
      </p:sp>
      <p:sp>
        <p:nvSpPr>
          <p:cNvPr id="28" name="关键洞察-1">
            <a:extLst xmlns:a="http://schemas.openxmlformats.org/drawingml/2006/main">
              <a:ext uri="{FF2B5EF4-FFF2-40B4-BE49-F238E27FC236}">
                <a16:creationId xmlns:a16="http://schemas.microsoft.com/office/drawing/2014/main" id="{967EC988-DF8C-46E2-9961-EE2868C3F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771650"/>
            <a:ext cx="2476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华东、华北、华南成本占比合计 70%</a:t>
            </a:r>
          </a:p>
        </p:txBody>
      </p:sp>
      <p:sp>
        <p:nvSpPr>
          <p:cNvPr id="29" name="关键洞察-2">
            <a:extLst xmlns:a="http://schemas.openxmlformats.org/drawingml/2006/main">
              <a:ext uri="{FF2B5EF4-FFF2-40B4-BE49-F238E27FC236}">
                <a16:creationId xmlns:a16="http://schemas.microsoft.com/office/drawing/2014/main" id="{DE8396A6-1ED5-4154-8964-A0CF3C502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933700"/>
            <a:ext cx="2476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三地人效指数均低于全国均值 100</a:t>
            </a:r>
          </a:p>
        </p:txBody>
      </p:sp>
      <p:sp>
        <p:nvSpPr>
          <p:cNvPr id="30" name="关键洞察-3">
            <a:extLst xmlns:a="http://schemas.openxmlformats.org/drawingml/2006/main">
              <a:ext uri="{FF2B5EF4-FFF2-40B4-BE49-F238E27FC236}">
                <a16:creationId xmlns:a16="http://schemas.microsoft.com/office/drawing/2014/main" id="{A77CF4DA-59D5-4B79-B935-0B28EEA36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95750"/>
            <a:ext cx="2476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中西部人效高且仍有承接空间</a:t>
            </a:r>
          </a:p>
        </p:txBody>
      </p:sp>
      <p:sp>
        <p:nvSpPr>
          <p:cNvPr id="31" name="bottom">
            <a:extLst xmlns:a="http://schemas.openxmlformats.org/drawingml/2006/main">
              <a:ext uri="{FF2B5EF4-FFF2-40B4-BE49-F238E27FC236}">
                <a16:creationId xmlns:a16="http://schemas.microsoft.com/office/drawing/2014/main" id="{2A6F202F-764B-47EC-A86A-682B1C73E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0"/>
            <a:ext cx="111633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12383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新增产能优先投向华中与西部，沿海三区实行结构性控编</a:t>
            </a:r>
          </a:p>
        </p:txBody>
      </p:sp>
      <p:cxnSp>
        <p:nvCxnSpPr>
          <p:cNvPr id="60" name=""/>
          <p:cNvCxnSpPr>
            <a:stCxn xmlns:a="http://schemas.openxmlformats.org/drawingml/2006/main" id="6" idx="6"/>
            <a:endCxn xmlns:a="http://schemas.openxmlformats.org/drawingml/2006/main" id="18" idx="1"/>
          </p:cNvCxnSpPr>
          <p:nvPr/>
        </p:nvCxnSpPr>
        <p:spPr>
          <a:xfrm xmlns:a="http://schemas.openxmlformats.org/drawingml/2006/main" flipV="1">
            <a:off x="3557588" y="2371725"/>
            <a:ext cx="1909762" cy="8953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7620">
            <a:solidFill>
              <a:srgbClr val="AEB8C6"/>
            </a:solidFill>
            <a:prstDash val="solid"/>
          </a:ln>
        </p:spPr>
      </p:cxnSp>
      <p:cxnSp>
        <p:nvCxnSpPr>
          <p:cNvPr id="61" name=""/>
          <p:cNvCxnSpPr>
            <a:stCxn xmlns:a="http://schemas.openxmlformats.org/drawingml/2006/main" id="4" idx="6"/>
            <a:endCxn xmlns:a="http://schemas.openxmlformats.org/drawingml/2006/main" id="17" idx="1"/>
          </p:cNvCxnSpPr>
          <p:nvPr/>
        </p:nvCxnSpPr>
        <p:spPr>
          <a:xfrm xmlns:a="http://schemas.openxmlformats.org/drawingml/2006/main" flipV="1">
            <a:off x="4318635" y="2047875"/>
            <a:ext cx="1148715" cy="11049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7620">
            <a:solidFill>
              <a:srgbClr val="AEB8C6"/>
            </a:solidFill>
            <a:prstDash val="solid"/>
          </a:ln>
        </p:spPr>
      </p:cxnSp>
      <p:cxnSp>
        <p:nvCxnSpPr>
          <p:cNvPr id="62" name=""/>
          <p:cNvCxnSpPr>
            <a:stCxn xmlns:a="http://schemas.openxmlformats.org/drawingml/2006/main" id="8" idx="6"/>
            <a:endCxn xmlns:a="http://schemas.openxmlformats.org/drawingml/2006/main" id="19" idx="1"/>
          </p:cNvCxnSpPr>
          <p:nvPr/>
        </p:nvCxnSpPr>
        <p:spPr>
          <a:xfrm xmlns:a="http://schemas.openxmlformats.org/drawingml/2006/main" flipV="1">
            <a:off x="3870960" y="2695575"/>
            <a:ext cx="1596390" cy="114871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7620">
            <a:solidFill>
              <a:srgbClr val="AEB8C6"/>
            </a:solidFill>
            <a:prstDash val="solid"/>
          </a:ln>
        </p:spPr>
      </p:cxnSp>
    </p:spTree>
    <p:extLst>
      <p:ext uri="{BB962C8B-B14F-4D97-AF65-F5344CB8AC3E}">
        <p14:creationId xmlns:p14="http://schemas.microsoft.com/office/powerpoint/2010/main" val="10977448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2026-07-31T20:17:17.2000000Z</dcterms:created>
  <dcterms:modified xsi:type="dcterms:W3CDTF">2026-07-31T20:17:17.2000000Z</dcterms:modified>
</coreProperties>
</file>