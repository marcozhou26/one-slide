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e73e2ca414068" /><Relationship Type="http://schemas.openxmlformats.org/officeDocument/2006/relationships/extended-properties" Target="/docProps/app.xml" Id="R0290ce192f3540e1" /><Relationship Type="http://schemas.openxmlformats.org/officeDocument/2006/relationships/officeDocument" Target="/ppt/presentation.xml" Id="R1e01c958e08d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572e4d92442e7"/>
  </p:sldMasterIdLst>
  <p:notesMasterIdLst>
    <p:notesMasterId xmlns:r="http://schemas.openxmlformats.org/officeDocument/2006/relationships" r:id="R315724cbe5294a87"/>
  </p:notesMasterIdLst>
  <p:sldIdLst>
    <p:sldId xmlns:r="http://schemas.openxmlformats.org/officeDocument/2006/relationships" id="256" r:id="R2145943bb5ac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edc88d25104b27" /><Relationship Type="http://schemas.openxmlformats.org/officeDocument/2006/relationships/slideMaster" Target="/ppt/slideMasters/slideMaster1.xml" Id="Ra92572e4d92442e7" /><Relationship Type="http://schemas.openxmlformats.org/officeDocument/2006/relationships/notesMaster" Target="/ppt/notesMasters/notesMaster1.xml" Id="R315724cbe5294a87" /><Relationship Type="http://schemas.openxmlformats.org/officeDocument/2006/relationships/presProps" Target="/ppt/presProps.xml" Id="R60e015c9be31460e" /><Relationship Type="http://schemas.openxmlformats.org/officeDocument/2006/relationships/tableStyles" Target="/ppt/tableStyles.xml" Id="R541ae0b7e18e4d11" /><Relationship Type="http://schemas.openxmlformats.org/officeDocument/2006/relationships/slide" Target="/ppt/slides/slide1.xml" Id="R2145943bb5ac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1b425cea1e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06d5ea1fc9499d" /><Relationship Type="http://schemas.openxmlformats.org/officeDocument/2006/relationships/notesMaster" Target="/ppt/notesMasters/notesMaster1.xml" Id="R67f8434e7c30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82221d34048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ee4a935f548f6" /><Relationship Type="http://schemas.openxmlformats.org/officeDocument/2006/relationships/slideLayout" Target="/ppt/slideLayouts/slideLayout1.xml" Id="Rb178b6d0960247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8b6d0960247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a40c06fd94e75" /><Relationship Type="http://schemas.openxmlformats.org/officeDocument/2006/relationships/notesSlide" Target="/ppt/notesSlides/notesSlide1.xml" Id="Rf19566d6aebf4c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96200" y="3000375"/>
            <a:ext cx="6096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cxnSp>
        <p:nvCxnSpPr>
          <p:cNvPr id="16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86200" y="30003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696200" y="3838575"/>
            <a:ext cx="6096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86200" y="4676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96200" y="38385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86200" y="38385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triangle" w="med" len="med"/>
          </a:ln>
        </p:spPr>
      </p:cxnSp>
      <p:sp>
        <p:nvSpPr>
          <p:cNvPr id="21" name="page-title">
            <a:extLst xmlns:a="http://schemas.openxmlformats.org/drawingml/2006/main">
              <a:ext uri="{FF2B5EF4-FFF2-40B4-BE49-F238E27FC236}">
                <a16:creationId xmlns:a16="http://schemas.microsoft.com/office/drawing/2014/main" id="{FFB52460-F29E-4176-A10A-942383A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Extended lead time</a:t>
            </a:r>
          </a:p>
        </p:txBody>
      </p:sp>
      <p:sp>
        <p:nvSpPr>
          <p:cNvPr id="2" name="node-n-confirm">
            <a:extLst xmlns:a="http://schemas.openxmlformats.org/drawingml/2006/main">
              <a:ext uri="{FF2B5EF4-FFF2-40B4-BE49-F238E27FC236}">
                <a16:creationId xmlns:a16="http://schemas.microsoft.com/office/drawing/2014/main" id="{577D5EE2-2011-498A-AD0A-EAFE6C8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Cross-department confirmation takes too long</a:t>
            </a:r>
          </a:p>
        </p:txBody>
      </p:sp>
      <p:sp>
        <p:nvSpPr>
          <p:cNvPr id="3" name="node-n-demand">
            <a:extLst xmlns:a="http://schemas.openxmlformats.org/drawingml/2006/main">
              <a:ext uri="{FF2B5EF4-FFF2-40B4-BE49-F238E27FC236}">
                <a16:creationId xmlns:a16="http://schemas.microsoft.com/office/drawing/2014/main" id="{A968F837-C829-447F-9A7F-21A20F1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Requirements change frequently</a:t>
            </a:r>
          </a:p>
        </p:txBody>
      </p:sp>
      <p:sp>
        <p:nvSpPr>
          <p:cNvPr id="4" name="node-n-resource">
            <a:extLst xmlns:a="http://schemas.openxmlformats.org/drawingml/2006/main">
              <a:ext uri="{FF2B5EF4-FFF2-40B4-BE49-F238E27FC236}">
                <a16:creationId xmlns:a16="http://schemas.microsoft.com/office/drawing/2014/main" id="{E018CA26-749D-4BB0-B3D1-62B564F2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Insufficient resources for key positions</a:t>
            </a:r>
          </a:p>
        </p:txBody>
      </p:sp>
      <p:sp>
        <p:nvSpPr>
          <p:cNvPr id="5" name="node-n-decision">
            <a:extLst xmlns:a="http://schemas.openxmlformats.org/drawingml/2006/main">
              <a:ext uri="{FF2B5EF4-FFF2-40B4-BE49-F238E27FC236}">
                <a16:creationId xmlns:a16="http://schemas.microsoft.com/office/drawing/2014/main" id="{13E2F230-06F3-47AC-B9D1-1A6852F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955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5240">
            <a:solidFill>
              <a:srgbClr val="AEB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Delaying key decisions</a:t>
            </a:r>
          </a:p>
        </p:txBody>
      </p:sp>
      <p:sp>
        <p:nvSpPr>
          <p:cNvPr id="6" name="node-n-rework">
            <a:extLst xmlns:a="http://schemas.openxmlformats.org/drawingml/2006/main">
              <a:ext uri="{FF2B5EF4-FFF2-40B4-BE49-F238E27FC236}">
                <a16:creationId xmlns:a16="http://schemas.microsoft.com/office/drawing/2014/main" id="{8D222ECD-5260-455E-90BB-18B6C098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337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5240">
            <a:solidFill>
              <a:srgbClr val="AEB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Rework</a:t>
            </a:r>
          </a:p>
        </p:txBody>
      </p:sp>
      <p:sp>
        <p:nvSpPr>
          <p:cNvPr id="7" name="node-n-wait">
            <a:extLst xmlns:a="http://schemas.openxmlformats.org/drawingml/2006/main">
              <a:ext uri="{FF2B5EF4-FFF2-40B4-BE49-F238E27FC236}">
                <a16:creationId xmlns:a16="http://schemas.microsoft.com/office/drawing/2014/main" id="{324A6B4F-B8EA-46CA-A88A-BC207074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719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5240">
            <a:solidFill>
              <a:srgbClr val="AEB8C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Extended task waiting time</a:t>
            </a:r>
          </a:p>
        </p:txBody>
      </p:sp>
      <p:sp>
        <p:nvSpPr>
          <p:cNvPr id="8" name="node-n-delay">
            <a:extLst xmlns:a="http://schemas.openxmlformats.org/drawingml/2006/main">
              <a:ext uri="{FF2B5EF4-FFF2-40B4-BE49-F238E27FC236}">
                <a16:creationId xmlns:a16="http://schemas.microsoft.com/office/drawing/2014/main" id="{83924C1B-4C9D-4E25-90CF-619BAE48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22860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Extended lead time</a:t>
            </a:r>
          </a:p>
        </p:txBody>
      </p:sp>
    </p:spTree>
    <p:extLst>
      <p:ext uri="{BB962C8B-B14F-4D97-AF65-F5344CB8AC3E}">
        <p14:creationId xmlns:p14="http://schemas.microsoft.com/office/powerpoint/2010/main" val="1253503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2026-07-31T20:20:34.0630000Z</dcterms:created>
  <dcterms:modified xsi:type="dcterms:W3CDTF">2026-07-31T20:20:34.0630000Z</dcterms:modified>
</coreProperties>
</file>