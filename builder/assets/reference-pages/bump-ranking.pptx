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9810466c4c45a3" /><Relationship Type="http://schemas.openxmlformats.org/officeDocument/2006/relationships/extended-properties" Target="/docProps/app.xml" Id="R1a5fd3f83fa147f5" /><Relationship Type="http://schemas.openxmlformats.org/officeDocument/2006/relationships/officeDocument" Target="/ppt/presentation.xml" Id="Rc78f13b2bb0241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688ab25304b03"/>
  </p:sldMasterIdLst>
  <p:notesMasterIdLst>
    <p:notesMasterId xmlns:r="http://schemas.openxmlformats.org/officeDocument/2006/relationships" r:id="Rbd8c6260c5b949ce"/>
  </p:notesMasterIdLst>
  <p:sldIdLst>
    <p:sldId xmlns:r="http://schemas.openxmlformats.org/officeDocument/2006/relationships" id="256" r:id="Ra3f71f616e1e47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710702dfd42f8" /><Relationship Type="http://schemas.openxmlformats.org/officeDocument/2006/relationships/slideMaster" Target="/ppt/slideMasters/slideMaster1.xml" Id="Rbb8688ab25304b03" /><Relationship Type="http://schemas.openxmlformats.org/officeDocument/2006/relationships/notesMaster" Target="/ppt/notesMasters/notesMaster1.xml" Id="Rbd8c6260c5b949ce" /><Relationship Type="http://schemas.openxmlformats.org/officeDocument/2006/relationships/presProps" Target="/ppt/presProps.xml" Id="Ra5248b147f844271" /><Relationship Type="http://schemas.openxmlformats.org/officeDocument/2006/relationships/tableStyles" Target="/ppt/tableStyles.xml" Id="R98d8ebe9009d44db" /><Relationship Type="http://schemas.openxmlformats.org/officeDocument/2006/relationships/slide" Target="/ppt/slides/slide1.xml" Id="Ra3f71f616e1e47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9f22d45174d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a3553e66e4276" /><Relationship Type="http://schemas.openxmlformats.org/officeDocument/2006/relationships/notesMaster" Target="/ppt/notesMasters/notesMaster1.xml" Id="Rbe1ca37e10af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316ae4049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5a18f560e4a31" /><Relationship Type="http://schemas.openxmlformats.org/officeDocument/2006/relationships/slideLayout" Target="/ppt/slideLayouts/slideLayout1.xml" Id="R8299ab62b2a946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9ab62b2a946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6b7de0504f75" /><Relationship Type="http://schemas.openxmlformats.org/officeDocument/2006/relationships/notesSlide" Target="/ppt/notesSlides/notesSlide1.xml" Id="Rd05b9970db9d42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page-title">
            <a:extLst xmlns:a="http://schemas.openxmlformats.org/drawingml/2006/main">
              <a:ext uri="{FF2B5EF4-FFF2-40B4-BE49-F238E27FC236}">
                <a16:creationId xmlns:a16="http://schemas.microsoft.com/office/drawing/2014/main" id="{70D31B21-38BA-4324-BD94-CEDEDC7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2021—2025 年五个业务线排名发生持续迁移</a:t>
            </a:r>
          </a:p>
        </p:txBody>
      </p:sp>
      <p:sp>
        <p:nvSpPr>
          <p:cNvPr id="2" name="bump-frame">
            <a:extLst xmlns:a="http://schemas.openxmlformats.org/drawingml/2006/main">
              <a:ext uri="{FF2B5EF4-FFF2-40B4-BE49-F238E27FC236}">
                <a16:creationId xmlns:a16="http://schemas.microsoft.com/office/drawing/2014/main" id="{3E1DCBA9-7B24-44C9-908F-E826A535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84582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bump-period-1">
            <a:extLst xmlns:a="http://schemas.openxmlformats.org/drawingml/2006/main">
              <a:ext uri="{FF2B5EF4-FFF2-40B4-BE49-F238E27FC236}">
                <a16:creationId xmlns:a16="http://schemas.microsoft.com/office/drawing/2014/main" id="{263B5312-6EAF-4697-9F10-E5518569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09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2021</a:t>
            </a:r>
          </a:p>
        </p:txBody>
      </p:sp>
      <p:sp>
        <p:nvSpPr>
          <p:cNvPr id="4" name="bump-period-2">
            <a:extLst xmlns:a="http://schemas.openxmlformats.org/drawingml/2006/main">
              <a:ext uri="{FF2B5EF4-FFF2-40B4-BE49-F238E27FC236}">
                <a16:creationId xmlns:a16="http://schemas.microsoft.com/office/drawing/2014/main" id="{806426D6-F1A0-48E4-B70B-B8D97039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1409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2022</a:t>
            </a:r>
          </a:p>
        </p:txBody>
      </p:sp>
      <p:sp>
        <p:nvSpPr>
          <p:cNvPr id="5" name="bump-period-3">
            <a:extLst xmlns:a="http://schemas.openxmlformats.org/drawingml/2006/main">
              <a:ext uri="{FF2B5EF4-FFF2-40B4-BE49-F238E27FC236}">
                <a16:creationId xmlns:a16="http://schemas.microsoft.com/office/drawing/2014/main" id="{A28ED6D1-9364-42AF-81FF-DC3EB10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409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2023</a:t>
            </a:r>
          </a:p>
        </p:txBody>
      </p:sp>
      <p:sp>
        <p:nvSpPr>
          <p:cNvPr id="6" name="bump-period-4">
            <a:extLst xmlns:a="http://schemas.openxmlformats.org/drawingml/2006/main">
              <a:ext uri="{FF2B5EF4-FFF2-40B4-BE49-F238E27FC236}">
                <a16:creationId xmlns:a16="http://schemas.microsoft.com/office/drawing/2014/main" id="{11D2EC4B-DBD4-40BB-B686-0B86F12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63" y="1409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2024</a:t>
            </a:r>
          </a:p>
        </p:txBody>
      </p:sp>
      <p:sp>
        <p:nvSpPr>
          <p:cNvPr id="7" name="bump-period-5">
            <a:extLst xmlns:a="http://schemas.openxmlformats.org/drawingml/2006/main">
              <a:ext uri="{FF2B5EF4-FFF2-40B4-BE49-F238E27FC236}">
                <a16:creationId xmlns:a16="http://schemas.microsoft.com/office/drawing/2014/main" id="{BEA6F0D0-9A2F-42B9-8E8F-A138A623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09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2025</a:t>
            </a:r>
          </a:p>
        </p:txBody>
      </p:sp>
      <p:sp>
        <p:nvSpPr>
          <p:cNvPr id="8" name="bump-1-1">
            <a:extLst xmlns:a="http://schemas.openxmlformats.org/drawingml/2006/main">
              <a:ext uri="{FF2B5EF4-FFF2-40B4-BE49-F238E27FC236}">
                <a16:creationId xmlns:a16="http://schemas.microsoft.com/office/drawing/2014/main" id="{F62C77FB-EEA7-4967-A082-37E54E7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2750" y="4467225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9" name="bump-1-2">
            <a:extLst xmlns:a="http://schemas.openxmlformats.org/drawingml/2006/main">
              <a:ext uri="{FF2B5EF4-FFF2-40B4-BE49-F238E27FC236}">
                <a16:creationId xmlns:a16="http://schemas.microsoft.com/office/drawing/2014/main" id="{7D1E69E9-CF53-4C56-84E4-B53C75D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05238" y="361950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10" name="bump-1-3">
            <a:extLst xmlns:a="http://schemas.openxmlformats.org/drawingml/2006/main">
              <a:ext uri="{FF2B5EF4-FFF2-40B4-BE49-F238E27FC236}">
                <a16:creationId xmlns:a16="http://schemas.microsoft.com/office/drawing/2014/main" id="{2629DBD0-9143-4132-AE2A-6A9DB8B3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657725" y="2771775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11" name="bump-1-4">
            <a:extLst xmlns:a="http://schemas.openxmlformats.org/drawingml/2006/main">
              <a:ext uri="{FF2B5EF4-FFF2-40B4-BE49-F238E27FC236}">
                <a16:creationId xmlns:a16="http://schemas.microsoft.com/office/drawing/2014/main" id="{D9ABAD99-707F-4854-9145-8E02B751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10213" y="192405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12" name="bump-node-1-1">
            <a:extLst xmlns:a="http://schemas.openxmlformats.org/drawingml/2006/main">
              <a:ext uri="{FF2B5EF4-FFF2-40B4-BE49-F238E27FC236}">
                <a16:creationId xmlns:a16="http://schemas.microsoft.com/office/drawing/2014/main" id="{D32784A4-115D-45F3-8666-03714109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81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bump-node-1-2">
            <a:extLst xmlns:a="http://schemas.openxmlformats.org/drawingml/2006/main">
              <a:ext uri="{FF2B5EF4-FFF2-40B4-BE49-F238E27FC236}">
                <a16:creationId xmlns:a16="http://schemas.microsoft.com/office/drawing/2014/main" id="{200C4685-8290-4A9F-8DF9-1616FD13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333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bump-node-1-3">
            <a:extLst xmlns:a="http://schemas.openxmlformats.org/drawingml/2006/main">
              <a:ext uri="{FF2B5EF4-FFF2-40B4-BE49-F238E27FC236}">
                <a16:creationId xmlns:a16="http://schemas.microsoft.com/office/drawing/2014/main" id="{B91642EA-9A55-4CA2-9135-A8C6CC7E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bump-node-1-4">
            <a:extLst xmlns:a="http://schemas.openxmlformats.org/drawingml/2006/main">
              <a:ext uri="{FF2B5EF4-FFF2-40B4-BE49-F238E27FC236}">
                <a16:creationId xmlns:a16="http://schemas.microsoft.com/office/drawing/2014/main" id="{4FA09CF9-B358-4B5D-B139-1321FFF6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bump-node-1-5">
            <a:extLst xmlns:a="http://schemas.openxmlformats.org/drawingml/2006/main">
              <a:ext uri="{FF2B5EF4-FFF2-40B4-BE49-F238E27FC236}">
                <a16:creationId xmlns:a16="http://schemas.microsoft.com/office/drawing/2014/main" id="{2F0BD142-631E-4ED1-8752-B7B4FB0B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bump-left-rank-1">
            <a:extLst xmlns:a="http://schemas.openxmlformats.org/drawingml/2006/main">
              <a:ext uri="{FF2B5EF4-FFF2-40B4-BE49-F238E27FC236}">
                <a16:creationId xmlns:a16="http://schemas.microsoft.com/office/drawing/2014/main" id="{5F1E1955-6C73-4271-9AC6-4E4717C0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5</a:t>
            </a:r>
          </a:p>
        </p:txBody>
      </p:sp>
      <p:sp>
        <p:nvSpPr>
          <p:cNvPr id="18" name="bump-left-label-1">
            <a:extLst xmlns:a="http://schemas.openxmlformats.org/drawingml/2006/main">
              <a:ext uri="{FF2B5EF4-FFF2-40B4-BE49-F238E27FC236}">
                <a16:creationId xmlns:a16="http://schemas.microsoft.com/office/drawing/2014/main" id="{75A32275-C456-4A5B-AC12-1637C30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业务 A</a:t>
            </a:r>
          </a:p>
        </p:txBody>
      </p:sp>
      <p:sp>
        <p:nvSpPr>
          <p:cNvPr id="19" name="bump-left-value-1">
            <a:extLst xmlns:a="http://schemas.openxmlformats.org/drawingml/2006/main">
              <a:ext uri="{FF2B5EF4-FFF2-40B4-BE49-F238E27FC236}">
                <a16:creationId xmlns:a16="http://schemas.microsoft.com/office/drawing/2014/main" id="{C83B07A6-1876-4831-B3F6-A091509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80</a:t>
            </a:r>
          </a:p>
        </p:txBody>
      </p:sp>
      <p:sp>
        <p:nvSpPr>
          <p:cNvPr id="20" name="bump-right-rank-1">
            <a:extLst xmlns:a="http://schemas.openxmlformats.org/drawingml/2006/main">
              <a:ext uri="{FF2B5EF4-FFF2-40B4-BE49-F238E27FC236}">
                <a16:creationId xmlns:a16="http://schemas.microsoft.com/office/drawing/2014/main" id="{9F06D2EA-6C45-468D-A24C-500589BE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</a:t>
            </a:r>
          </a:p>
        </p:txBody>
      </p:sp>
      <p:sp>
        <p:nvSpPr>
          <p:cNvPr id="21" name="bump-right-label-1">
            <a:extLst xmlns:a="http://schemas.openxmlformats.org/drawingml/2006/main">
              <a:ext uri="{FF2B5EF4-FFF2-40B4-BE49-F238E27FC236}">
                <a16:creationId xmlns:a16="http://schemas.microsoft.com/office/drawing/2014/main" id="{1C2AFC0D-07FF-4B3B-99DB-C12E345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业务 A</a:t>
            </a:r>
          </a:p>
        </p:txBody>
      </p:sp>
      <p:sp>
        <p:nvSpPr>
          <p:cNvPr id="22" name="bump-right-value-1">
            <a:extLst xmlns:a="http://schemas.openxmlformats.org/drawingml/2006/main">
              <a:ext uri="{FF2B5EF4-FFF2-40B4-BE49-F238E27FC236}">
                <a16:creationId xmlns:a16="http://schemas.microsoft.com/office/drawing/2014/main" id="{34FCC745-40C9-44EC-B736-7BCACA28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121</a:t>
            </a:r>
          </a:p>
        </p:txBody>
      </p:sp>
      <p:sp>
        <p:nvSpPr>
          <p:cNvPr id="23" name="bump-right-change-1">
            <a:extLst xmlns:a="http://schemas.openxmlformats.org/drawingml/2006/main">
              <a:ext uri="{FF2B5EF4-FFF2-40B4-BE49-F238E27FC236}">
                <a16:creationId xmlns:a16="http://schemas.microsoft.com/office/drawing/2014/main" id="{02FBD06A-91A1-404B-9A6F-67808B0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+4</a:t>
            </a:r>
          </a:p>
        </p:txBody>
      </p:sp>
      <p:sp>
        <p:nvSpPr>
          <p:cNvPr id="24" name="bump-2-1">
            <a:extLst xmlns:a="http://schemas.openxmlformats.org/drawingml/2006/main">
              <a:ext uri="{FF2B5EF4-FFF2-40B4-BE49-F238E27FC236}">
                <a16:creationId xmlns:a16="http://schemas.microsoft.com/office/drawing/2014/main" id="{59978F23-04BC-4D6A-8EE4-3D86CB5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872D"/>
            </a:solidFill>
            <a:prstDash val="solid"/>
          </a:ln>
        </p:spPr>
      </p:sp>
      <p:sp>
        <p:nvSpPr>
          <p:cNvPr id="25" name="bump-2-2">
            <a:extLst xmlns:a="http://schemas.openxmlformats.org/drawingml/2006/main">
              <a:ext uri="{FF2B5EF4-FFF2-40B4-BE49-F238E27FC236}">
                <a16:creationId xmlns:a16="http://schemas.microsoft.com/office/drawing/2014/main" id="{DED52025-560E-4A48-A88B-3ACB059D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771775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872D"/>
            </a:solidFill>
            <a:prstDash val="solid"/>
          </a:ln>
        </p:spPr>
      </p:sp>
      <p:sp>
        <p:nvSpPr>
          <p:cNvPr id="26" name="bump-2-3">
            <a:extLst xmlns:a="http://schemas.openxmlformats.org/drawingml/2006/main">
              <a:ext uri="{FF2B5EF4-FFF2-40B4-BE49-F238E27FC236}">
                <a16:creationId xmlns:a16="http://schemas.microsoft.com/office/drawing/2014/main" id="{3708C700-010B-4D85-980C-559116EC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71775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872D"/>
            </a:solidFill>
            <a:prstDash val="solid"/>
          </a:ln>
        </p:spPr>
      </p:sp>
      <p:sp>
        <p:nvSpPr>
          <p:cNvPr id="27" name="bump-2-4">
            <a:extLst xmlns:a="http://schemas.openxmlformats.org/drawingml/2006/main">
              <a:ext uri="{FF2B5EF4-FFF2-40B4-BE49-F238E27FC236}">
                <a16:creationId xmlns:a16="http://schemas.microsoft.com/office/drawing/2014/main" id="{93391B02-359F-48C6-BC51-82971F22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361950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872D"/>
            </a:solidFill>
            <a:prstDash val="solid"/>
          </a:ln>
        </p:spPr>
      </p:sp>
      <p:sp>
        <p:nvSpPr>
          <p:cNvPr id="28" name="bump-node-2-1">
            <a:extLst xmlns:a="http://schemas.openxmlformats.org/drawingml/2006/main">
              <a:ext uri="{FF2B5EF4-FFF2-40B4-BE49-F238E27FC236}">
                <a16:creationId xmlns:a16="http://schemas.microsoft.com/office/drawing/2014/main" id="{353F4E92-B5DD-4C58-AD1E-719C82B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bump-node-2-2">
            <a:extLst xmlns:a="http://schemas.openxmlformats.org/drawingml/2006/main">
              <a:ext uri="{FF2B5EF4-FFF2-40B4-BE49-F238E27FC236}">
                <a16:creationId xmlns:a16="http://schemas.microsoft.com/office/drawing/2014/main" id="{018D23A4-F7B2-415F-8184-0155BEF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bump-node-2-3">
            <a:extLst xmlns:a="http://schemas.openxmlformats.org/drawingml/2006/main">
              <a:ext uri="{FF2B5EF4-FFF2-40B4-BE49-F238E27FC236}">
                <a16:creationId xmlns:a16="http://schemas.microsoft.com/office/drawing/2014/main" id="{D1A2D2BC-082D-4A8D-B553-DB8C82E9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bump-node-2-4">
            <a:extLst xmlns:a="http://schemas.openxmlformats.org/drawingml/2006/main">
              <a:ext uri="{FF2B5EF4-FFF2-40B4-BE49-F238E27FC236}">
                <a16:creationId xmlns:a16="http://schemas.microsoft.com/office/drawing/2014/main" id="{730D68FD-EFB4-4353-BCBF-4D3EDAFA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bump-node-2-5">
            <a:extLst xmlns:a="http://schemas.openxmlformats.org/drawingml/2006/main">
              <a:ext uri="{FF2B5EF4-FFF2-40B4-BE49-F238E27FC236}">
                <a16:creationId xmlns:a16="http://schemas.microsoft.com/office/drawing/2014/main" id="{CA4DDAD0-F5A8-4234-8A41-F88A1E4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33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bump-left-rank-2">
            <a:extLst xmlns:a="http://schemas.openxmlformats.org/drawingml/2006/main">
              <a:ext uri="{FF2B5EF4-FFF2-40B4-BE49-F238E27FC236}">
                <a16:creationId xmlns:a16="http://schemas.microsoft.com/office/drawing/2014/main" id="{31BA2899-5D98-42A5-91B1-6609007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</a:t>
            </a:r>
          </a:p>
        </p:txBody>
      </p:sp>
      <p:sp>
        <p:nvSpPr>
          <p:cNvPr id="34" name="bump-left-label-2">
            <a:extLst xmlns:a="http://schemas.openxmlformats.org/drawingml/2006/main">
              <a:ext uri="{FF2B5EF4-FFF2-40B4-BE49-F238E27FC236}">
                <a16:creationId xmlns:a16="http://schemas.microsoft.com/office/drawing/2014/main" id="{655334B3-D650-4105-B698-6D732560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业务 B</a:t>
            </a:r>
          </a:p>
        </p:txBody>
      </p:sp>
      <p:sp>
        <p:nvSpPr>
          <p:cNvPr id="35" name="bump-left-value-2">
            <a:extLst xmlns:a="http://schemas.openxmlformats.org/drawingml/2006/main">
              <a:ext uri="{FF2B5EF4-FFF2-40B4-BE49-F238E27FC236}">
                <a16:creationId xmlns:a16="http://schemas.microsoft.com/office/drawing/2014/main" id="{1F55110C-CA33-4B8A-9A81-687D737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907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120</a:t>
            </a:r>
          </a:p>
        </p:txBody>
      </p:sp>
      <p:sp>
        <p:nvSpPr>
          <p:cNvPr id="36" name="bump-right-rank-2">
            <a:extLst xmlns:a="http://schemas.openxmlformats.org/drawingml/2006/main">
              <a:ext uri="{FF2B5EF4-FFF2-40B4-BE49-F238E27FC236}">
                <a16:creationId xmlns:a16="http://schemas.microsoft.com/office/drawing/2014/main" id="{7380A9D2-D052-4FBF-8E1B-0CF6D055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33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4</a:t>
            </a:r>
          </a:p>
        </p:txBody>
      </p:sp>
      <p:sp>
        <p:nvSpPr>
          <p:cNvPr id="37" name="bump-right-label-2">
            <a:extLst xmlns:a="http://schemas.openxmlformats.org/drawingml/2006/main">
              <a:ext uri="{FF2B5EF4-FFF2-40B4-BE49-F238E27FC236}">
                <a16:creationId xmlns:a16="http://schemas.microsoft.com/office/drawing/2014/main" id="{60A5E22A-5D37-40A5-B174-2BF0976D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业务 B</a:t>
            </a:r>
          </a:p>
        </p:txBody>
      </p:sp>
      <p:sp>
        <p:nvSpPr>
          <p:cNvPr id="38" name="bump-right-value-2">
            <a:extLst xmlns:a="http://schemas.openxmlformats.org/drawingml/2006/main">
              <a:ext uri="{FF2B5EF4-FFF2-40B4-BE49-F238E27FC236}">
                <a16:creationId xmlns:a16="http://schemas.microsoft.com/office/drawing/2014/main" id="{14804CA6-D232-42C2-8BAC-2B66BF66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109</a:t>
            </a:r>
          </a:p>
        </p:txBody>
      </p:sp>
      <p:sp>
        <p:nvSpPr>
          <p:cNvPr id="39" name="bump-right-change-2">
            <a:extLst xmlns:a="http://schemas.openxmlformats.org/drawingml/2006/main">
              <a:ext uri="{FF2B5EF4-FFF2-40B4-BE49-F238E27FC236}">
                <a16:creationId xmlns:a16="http://schemas.microsoft.com/office/drawing/2014/main" id="{A38803D7-DD38-4287-893C-318DF329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-3</a:t>
            </a:r>
          </a:p>
        </p:txBody>
      </p:sp>
      <p:sp>
        <p:nvSpPr>
          <p:cNvPr id="40" name="bump-3-1">
            <a:extLst xmlns:a="http://schemas.openxmlformats.org/drawingml/2006/main">
              <a:ext uri="{FF2B5EF4-FFF2-40B4-BE49-F238E27FC236}">
                <a16:creationId xmlns:a16="http://schemas.microsoft.com/office/drawing/2014/main" id="{E108740B-84D5-4C65-8D9C-2676B1E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71775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41" name="bump-3-2">
            <a:extLst xmlns:a="http://schemas.openxmlformats.org/drawingml/2006/main">
              <a:ext uri="{FF2B5EF4-FFF2-40B4-BE49-F238E27FC236}">
                <a16:creationId xmlns:a16="http://schemas.microsoft.com/office/drawing/2014/main" id="{53DE55E4-3084-4C21-9EB9-4C90E58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361950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42" name="bump-3-3">
            <a:extLst xmlns:a="http://schemas.openxmlformats.org/drawingml/2006/main">
              <a:ext uri="{FF2B5EF4-FFF2-40B4-BE49-F238E27FC236}">
                <a16:creationId xmlns:a16="http://schemas.microsoft.com/office/drawing/2014/main" id="{EF16E023-3F99-46B6-9AEF-A4E2781D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67225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43" name="bump-3-4">
            <a:extLst xmlns:a="http://schemas.openxmlformats.org/drawingml/2006/main">
              <a:ext uri="{FF2B5EF4-FFF2-40B4-BE49-F238E27FC236}">
                <a16:creationId xmlns:a16="http://schemas.microsoft.com/office/drawing/2014/main" id="{4CCF7E19-FCDA-491C-837C-E3F9384C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10213" y="361950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44" name="bump-node-3-1">
            <a:extLst xmlns:a="http://schemas.openxmlformats.org/drawingml/2006/main">
              <a:ext uri="{FF2B5EF4-FFF2-40B4-BE49-F238E27FC236}">
                <a16:creationId xmlns:a16="http://schemas.microsoft.com/office/drawing/2014/main" id="{3179B041-6011-4555-BCF2-F30A20B8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bump-node-3-2">
            <a:extLst xmlns:a="http://schemas.openxmlformats.org/drawingml/2006/main">
              <a:ext uri="{FF2B5EF4-FFF2-40B4-BE49-F238E27FC236}">
                <a16:creationId xmlns:a16="http://schemas.microsoft.com/office/drawing/2014/main" id="{91A8C0EF-0CF6-4B59-985D-6168DBEA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6" name="bump-node-3-3">
            <a:extLst xmlns:a="http://schemas.openxmlformats.org/drawingml/2006/main">
              <a:ext uri="{FF2B5EF4-FFF2-40B4-BE49-F238E27FC236}">
                <a16:creationId xmlns:a16="http://schemas.microsoft.com/office/drawing/2014/main" id="{E13985FC-F2DC-4C70-B98A-51EA8648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bump-node-3-4">
            <a:extLst xmlns:a="http://schemas.openxmlformats.org/drawingml/2006/main">
              <a:ext uri="{FF2B5EF4-FFF2-40B4-BE49-F238E27FC236}">
                <a16:creationId xmlns:a16="http://schemas.microsoft.com/office/drawing/2014/main" id="{8B7EA602-4967-4672-8B94-2ED9590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4333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bump-node-3-5">
            <a:extLst xmlns:a="http://schemas.openxmlformats.org/drawingml/2006/main">
              <a:ext uri="{FF2B5EF4-FFF2-40B4-BE49-F238E27FC236}">
                <a16:creationId xmlns:a16="http://schemas.microsoft.com/office/drawing/2014/main" id="{C60B0A08-93DC-4EE5-9209-32D1B25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bump-left-rank-3">
            <a:extLst xmlns:a="http://schemas.openxmlformats.org/drawingml/2006/main">
              <a:ext uri="{FF2B5EF4-FFF2-40B4-BE49-F238E27FC236}">
                <a16:creationId xmlns:a16="http://schemas.microsoft.com/office/drawing/2014/main" id="{60BD2DEA-0A7C-4CD1-8965-6A243271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2</a:t>
            </a:r>
          </a:p>
        </p:txBody>
      </p:sp>
      <p:sp>
        <p:nvSpPr>
          <p:cNvPr id="50" name="bump-left-label-3">
            <a:extLst xmlns:a="http://schemas.openxmlformats.org/drawingml/2006/main">
              <a:ext uri="{FF2B5EF4-FFF2-40B4-BE49-F238E27FC236}">
                <a16:creationId xmlns:a16="http://schemas.microsoft.com/office/drawing/2014/main" id="{08DB14FE-1BC2-4B37-AE90-51B6F22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38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业务 C</a:t>
            </a:r>
          </a:p>
        </p:txBody>
      </p:sp>
      <p:sp>
        <p:nvSpPr>
          <p:cNvPr id="51" name="bump-left-value-3">
            <a:extLst xmlns:a="http://schemas.openxmlformats.org/drawingml/2006/main">
              <a:ext uri="{FF2B5EF4-FFF2-40B4-BE49-F238E27FC236}">
                <a16:creationId xmlns:a16="http://schemas.microsoft.com/office/drawing/2014/main" id="{1658F70F-4C66-4F04-A5AC-B88EDA21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3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110</a:t>
            </a:r>
          </a:p>
        </p:txBody>
      </p:sp>
      <p:sp>
        <p:nvSpPr>
          <p:cNvPr id="52" name="bump-right-rank-3">
            <a:extLst xmlns:a="http://schemas.openxmlformats.org/drawingml/2006/main">
              <a:ext uri="{FF2B5EF4-FFF2-40B4-BE49-F238E27FC236}">
                <a16:creationId xmlns:a16="http://schemas.microsoft.com/office/drawing/2014/main" id="{065FC37A-54E6-4F42-A919-950ABF3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</a:t>
            </a:r>
          </a:p>
        </p:txBody>
      </p:sp>
      <p:sp>
        <p:nvSpPr>
          <p:cNvPr id="53" name="bump-right-label-3">
            <a:extLst xmlns:a="http://schemas.openxmlformats.org/drawingml/2006/main">
              <a:ext uri="{FF2B5EF4-FFF2-40B4-BE49-F238E27FC236}">
                <a16:creationId xmlns:a16="http://schemas.microsoft.com/office/drawing/2014/main" id="{71B8CE24-85EB-48F6-8B6D-5F29B6BB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业务 C</a:t>
            </a:r>
          </a:p>
        </p:txBody>
      </p:sp>
      <p:sp>
        <p:nvSpPr>
          <p:cNvPr id="54" name="bump-right-value-3">
            <a:extLst xmlns:a="http://schemas.openxmlformats.org/drawingml/2006/main">
              <a:ext uri="{FF2B5EF4-FFF2-40B4-BE49-F238E27FC236}">
                <a16:creationId xmlns:a16="http://schemas.microsoft.com/office/drawing/2014/main" id="{A471BBF3-4293-4E8B-B980-CF06F280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115</a:t>
            </a:r>
          </a:p>
        </p:txBody>
      </p:sp>
      <p:sp>
        <p:nvSpPr>
          <p:cNvPr id="55" name="bump-right-change-3">
            <a:extLst xmlns:a="http://schemas.openxmlformats.org/drawingml/2006/main">
              <a:ext uri="{FF2B5EF4-FFF2-40B4-BE49-F238E27FC236}">
                <a16:creationId xmlns:a16="http://schemas.microsoft.com/office/drawing/2014/main" id="{5D301D82-6931-41BD-BD0E-AA015B64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-1</a:t>
            </a:r>
          </a:p>
        </p:txBody>
      </p:sp>
      <p:sp>
        <p:nvSpPr>
          <p:cNvPr id="56" name="bump-4-1">
            <a:extLst xmlns:a="http://schemas.openxmlformats.org/drawingml/2006/main">
              <a:ext uri="{FF2B5EF4-FFF2-40B4-BE49-F238E27FC236}">
                <a16:creationId xmlns:a16="http://schemas.microsoft.com/office/drawing/2014/main" id="{FA312EE3-0BFC-4F50-9F82-68DB3DB7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852488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7" name="bump-4-2">
            <a:extLst xmlns:a="http://schemas.openxmlformats.org/drawingml/2006/main">
              <a:ext uri="{FF2B5EF4-FFF2-40B4-BE49-F238E27FC236}">
                <a16:creationId xmlns:a16="http://schemas.microsoft.com/office/drawing/2014/main" id="{D044F46E-A724-4811-B149-5A446BE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5314950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8" name="bump-4-3">
            <a:extLst xmlns:a="http://schemas.openxmlformats.org/drawingml/2006/main">
              <a:ext uri="{FF2B5EF4-FFF2-40B4-BE49-F238E27FC236}">
                <a16:creationId xmlns:a16="http://schemas.microsoft.com/office/drawing/2014/main" id="{935EEA92-4A1C-466A-819A-AF528C7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14950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9" name="bump-4-4">
            <a:extLst xmlns:a="http://schemas.openxmlformats.org/drawingml/2006/main">
              <a:ext uri="{FF2B5EF4-FFF2-40B4-BE49-F238E27FC236}">
                <a16:creationId xmlns:a16="http://schemas.microsoft.com/office/drawing/2014/main" id="{70668900-5E7B-4AA5-89CF-5EAC530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5314950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0" name="bump-node-4-1">
            <a:extLst xmlns:a="http://schemas.openxmlformats.org/drawingml/2006/main">
              <a:ext uri="{FF2B5EF4-FFF2-40B4-BE49-F238E27FC236}">
                <a16:creationId xmlns:a16="http://schemas.microsoft.com/office/drawing/2014/main" id="{22B34CCA-AA8A-416F-BDF6-9BCAD28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bump-node-4-2">
            <a:extLst xmlns:a="http://schemas.openxmlformats.org/drawingml/2006/main">
              <a:ext uri="{FF2B5EF4-FFF2-40B4-BE49-F238E27FC236}">
                <a16:creationId xmlns:a16="http://schemas.microsoft.com/office/drawing/2014/main" id="{929AA57E-57E2-4832-91FC-ACC9576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5181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bump-node-4-3">
            <a:extLst xmlns:a="http://schemas.openxmlformats.org/drawingml/2006/main">
              <a:ext uri="{FF2B5EF4-FFF2-40B4-BE49-F238E27FC236}">
                <a16:creationId xmlns:a16="http://schemas.microsoft.com/office/drawing/2014/main" id="{18665DBB-D5E4-41B0-9040-A56A2346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81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bump-node-4-4">
            <a:extLst xmlns:a="http://schemas.openxmlformats.org/drawingml/2006/main">
              <a:ext uri="{FF2B5EF4-FFF2-40B4-BE49-F238E27FC236}">
                <a16:creationId xmlns:a16="http://schemas.microsoft.com/office/drawing/2014/main" id="{270CBF86-92CF-4C08-A465-0553F445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5181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" name="bump-node-4-5">
            <a:extLst xmlns:a="http://schemas.openxmlformats.org/drawingml/2006/main">
              <a:ext uri="{FF2B5EF4-FFF2-40B4-BE49-F238E27FC236}">
                <a16:creationId xmlns:a16="http://schemas.microsoft.com/office/drawing/2014/main" id="{FA43B4CA-7A1B-41BE-A54F-F1462DF4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81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5" name="bump-left-rank-4">
            <a:extLst xmlns:a="http://schemas.openxmlformats.org/drawingml/2006/main">
              <a:ext uri="{FF2B5EF4-FFF2-40B4-BE49-F238E27FC236}">
                <a16:creationId xmlns:a16="http://schemas.microsoft.com/office/drawing/2014/main" id="{75D32EE8-957D-468E-BF01-04B4BB7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</a:t>
            </a:r>
          </a:p>
        </p:txBody>
      </p:sp>
      <p:sp>
        <p:nvSpPr>
          <p:cNvPr id="66" name="bump-left-label-4">
            <a:extLst xmlns:a="http://schemas.openxmlformats.org/drawingml/2006/main">
              <a:ext uri="{FF2B5EF4-FFF2-40B4-BE49-F238E27FC236}">
                <a16:creationId xmlns:a16="http://schemas.microsoft.com/office/drawing/2014/main" id="{0EDC4D09-720E-4E88-B80A-A94F8B0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业务 D</a:t>
            </a:r>
          </a:p>
        </p:txBody>
      </p:sp>
      <p:sp>
        <p:nvSpPr>
          <p:cNvPr id="67" name="bump-left-value-4">
            <a:extLst xmlns:a="http://schemas.openxmlformats.org/drawingml/2006/main">
              <a:ext uri="{FF2B5EF4-FFF2-40B4-BE49-F238E27FC236}">
                <a16:creationId xmlns:a16="http://schemas.microsoft.com/office/drawing/2014/main" id="{E7866B91-A11A-4468-9276-B20D4BA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86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102</a:t>
            </a:r>
          </a:p>
        </p:txBody>
      </p:sp>
      <p:sp>
        <p:nvSpPr>
          <p:cNvPr id="68" name="bump-right-rank-4">
            <a:extLst xmlns:a="http://schemas.openxmlformats.org/drawingml/2006/main">
              <a:ext uri="{FF2B5EF4-FFF2-40B4-BE49-F238E27FC236}">
                <a16:creationId xmlns:a16="http://schemas.microsoft.com/office/drawing/2014/main" id="{BAD30261-CA68-455E-AF09-7D06FC86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5</a:t>
            </a:r>
          </a:p>
        </p:txBody>
      </p:sp>
      <p:sp>
        <p:nvSpPr>
          <p:cNvPr id="69" name="bump-right-label-4">
            <a:extLst xmlns:a="http://schemas.openxmlformats.org/drawingml/2006/main">
              <a:ext uri="{FF2B5EF4-FFF2-40B4-BE49-F238E27FC236}">
                <a16:creationId xmlns:a16="http://schemas.microsoft.com/office/drawing/2014/main" id="{C6AB37E9-73C1-4180-AB82-290CEEA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81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业务 D</a:t>
            </a:r>
          </a:p>
        </p:txBody>
      </p:sp>
      <p:sp>
        <p:nvSpPr>
          <p:cNvPr id="70" name="bump-right-value-4">
            <a:extLst xmlns:a="http://schemas.openxmlformats.org/drawingml/2006/main">
              <a:ext uri="{FF2B5EF4-FFF2-40B4-BE49-F238E27FC236}">
                <a16:creationId xmlns:a16="http://schemas.microsoft.com/office/drawing/2014/main" id="{5EC074AE-DE2C-4BEC-B299-AE9ED4E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81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78</a:t>
            </a:r>
          </a:p>
        </p:txBody>
      </p:sp>
      <p:sp>
        <p:nvSpPr>
          <p:cNvPr id="71" name="bump-right-change-4">
            <a:extLst xmlns:a="http://schemas.openxmlformats.org/drawingml/2006/main">
              <a:ext uri="{FF2B5EF4-FFF2-40B4-BE49-F238E27FC236}">
                <a16:creationId xmlns:a16="http://schemas.microsoft.com/office/drawing/2014/main" id="{D9C142BE-34CE-4AF1-951B-0EA95F2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81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-2</a:t>
            </a:r>
          </a:p>
        </p:txBody>
      </p:sp>
      <p:sp>
        <p:nvSpPr>
          <p:cNvPr id="72" name="bump-5-1">
            <a:extLst xmlns:a="http://schemas.openxmlformats.org/drawingml/2006/main">
              <a:ext uri="{FF2B5EF4-FFF2-40B4-BE49-F238E27FC236}">
                <a16:creationId xmlns:a16="http://schemas.microsoft.com/office/drawing/2014/main" id="{820DA0CA-93D6-49C8-B9D1-DD2DA453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2750" y="1924050"/>
            <a:ext cx="852488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73" name="bump-5-2">
            <a:extLst xmlns:a="http://schemas.openxmlformats.org/drawingml/2006/main">
              <a:ext uri="{FF2B5EF4-FFF2-40B4-BE49-F238E27FC236}">
                <a16:creationId xmlns:a16="http://schemas.microsoft.com/office/drawing/2014/main" id="{8D88188A-A0FD-4490-994B-C472BD39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1924050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74" name="bump-5-3">
            <a:extLst xmlns:a="http://schemas.openxmlformats.org/drawingml/2006/main">
              <a:ext uri="{FF2B5EF4-FFF2-40B4-BE49-F238E27FC236}">
                <a16:creationId xmlns:a16="http://schemas.microsoft.com/office/drawing/2014/main" id="{2A198C89-3B91-45C2-99DD-29E2A564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24050"/>
            <a:ext cx="852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75" name="bump-5-4">
            <a:extLst xmlns:a="http://schemas.openxmlformats.org/drawingml/2006/main">
              <a:ext uri="{FF2B5EF4-FFF2-40B4-BE49-F238E27FC236}">
                <a16:creationId xmlns:a16="http://schemas.microsoft.com/office/drawing/2014/main" id="{87ED1395-C33F-42AE-8973-225415B9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1924050"/>
            <a:ext cx="852488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76" name="bump-node-5-1">
            <a:extLst xmlns:a="http://schemas.openxmlformats.org/drawingml/2006/main">
              <a:ext uri="{FF2B5EF4-FFF2-40B4-BE49-F238E27FC236}">
                <a16:creationId xmlns:a16="http://schemas.microsoft.com/office/drawing/2014/main" id="{CE632ACF-7564-4DA9-B93A-7E8801C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33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7" name="bump-node-5-2">
            <a:extLst xmlns:a="http://schemas.openxmlformats.org/drawingml/2006/main">
              <a:ext uri="{FF2B5EF4-FFF2-40B4-BE49-F238E27FC236}">
                <a16:creationId xmlns:a16="http://schemas.microsoft.com/office/drawing/2014/main" id="{C8F9A5A3-4843-4173-8A28-9D23CF97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8" name="bump-node-5-3">
            <a:extLst xmlns:a="http://schemas.openxmlformats.org/drawingml/2006/main">
              <a:ext uri="{FF2B5EF4-FFF2-40B4-BE49-F238E27FC236}">
                <a16:creationId xmlns:a16="http://schemas.microsoft.com/office/drawing/2014/main" id="{E13F232C-9986-4362-A3D9-3B2E2858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9" name="bump-node-5-4">
            <a:extLst xmlns:a="http://schemas.openxmlformats.org/drawingml/2006/main">
              <a:ext uri="{FF2B5EF4-FFF2-40B4-BE49-F238E27FC236}">
                <a16:creationId xmlns:a16="http://schemas.microsoft.com/office/drawing/2014/main" id="{6886E3B2-77CE-402A-9D81-8041F6D4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0" name="bump-node-5-5">
            <a:extLst xmlns:a="http://schemas.openxmlformats.org/drawingml/2006/main">
              <a:ext uri="{FF2B5EF4-FFF2-40B4-BE49-F238E27FC236}">
                <a16:creationId xmlns:a16="http://schemas.microsoft.com/office/drawing/2014/main" id="{2401E3F8-FF5F-49E8-9028-18527A1C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1" name="bump-left-rank-5">
            <a:extLst xmlns:a="http://schemas.openxmlformats.org/drawingml/2006/main">
              <a:ext uri="{FF2B5EF4-FFF2-40B4-BE49-F238E27FC236}">
                <a16:creationId xmlns:a16="http://schemas.microsoft.com/office/drawing/2014/main" id="{BF1ACD0B-4844-4302-849E-FFDBF644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4</a:t>
            </a:r>
          </a:p>
        </p:txBody>
      </p:sp>
      <p:sp>
        <p:nvSpPr>
          <p:cNvPr id="82" name="bump-left-label-5">
            <a:extLst xmlns:a="http://schemas.openxmlformats.org/drawingml/2006/main">
              <a:ext uri="{FF2B5EF4-FFF2-40B4-BE49-F238E27FC236}">
                <a16:creationId xmlns:a16="http://schemas.microsoft.com/office/drawing/2014/main" id="{4555457A-6EB5-449E-9F6F-B77E5780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33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业务 E</a:t>
            </a:r>
          </a:p>
        </p:txBody>
      </p:sp>
      <p:sp>
        <p:nvSpPr>
          <p:cNvPr id="83" name="bump-left-value-5">
            <a:extLst xmlns:a="http://schemas.openxmlformats.org/drawingml/2006/main">
              <a:ext uri="{FF2B5EF4-FFF2-40B4-BE49-F238E27FC236}">
                <a16:creationId xmlns:a16="http://schemas.microsoft.com/office/drawing/2014/main" id="{40B36A41-23F7-479B-935C-2DBFA490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3387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94</a:t>
            </a:r>
          </a:p>
        </p:txBody>
      </p:sp>
      <p:sp>
        <p:nvSpPr>
          <p:cNvPr id="84" name="bump-right-rank-5">
            <a:extLst xmlns:a="http://schemas.openxmlformats.org/drawingml/2006/main">
              <a:ext uri="{FF2B5EF4-FFF2-40B4-BE49-F238E27FC236}">
                <a16:creationId xmlns:a16="http://schemas.microsoft.com/office/drawing/2014/main" id="{4967E4A0-0E35-4E56-AA24-A497FDD1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2</a:t>
            </a:r>
          </a:p>
        </p:txBody>
      </p:sp>
      <p:sp>
        <p:nvSpPr>
          <p:cNvPr id="85" name="bump-right-label-5">
            <a:extLst xmlns:a="http://schemas.openxmlformats.org/drawingml/2006/main">
              <a:ext uri="{FF2B5EF4-FFF2-40B4-BE49-F238E27FC236}">
                <a16:creationId xmlns:a16="http://schemas.microsoft.com/office/drawing/2014/main" id="{EC97F6EC-FD69-48D3-B478-C2DA434F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业务 E</a:t>
            </a:r>
          </a:p>
        </p:txBody>
      </p:sp>
      <p:sp>
        <p:nvSpPr>
          <p:cNvPr id="86" name="bump-right-value-5">
            <a:extLst xmlns:a="http://schemas.openxmlformats.org/drawingml/2006/main">
              <a:ext uri="{FF2B5EF4-FFF2-40B4-BE49-F238E27FC236}">
                <a16:creationId xmlns:a16="http://schemas.microsoft.com/office/drawing/2014/main" id="{77B8812B-4F12-4556-86A3-CC45D4B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2F6FB2"/>
                </a:solidFill>
              </a:defRPr>
            </a:pPr>
            <a:r>
              <a:rPr sz="1600" b="0">
                <a:solidFill>
                  <a:srgbClr val="2F6FB2"/>
                </a:solidFill>
              </a:rPr>
              <a:t>142</a:t>
            </a:r>
          </a:p>
        </p:txBody>
      </p:sp>
      <p:sp>
        <p:nvSpPr>
          <p:cNvPr id="87" name="bump-right-change-5">
            <a:extLst xmlns:a="http://schemas.openxmlformats.org/drawingml/2006/main">
              <a:ext uri="{FF2B5EF4-FFF2-40B4-BE49-F238E27FC236}">
                <a16:creationId xmlns:a16="http://schemas.microsoft.com/office/drawing/2014/main" id="{BF387A5B-DD62-49D3-A539-F4051D4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38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+2</a:t>
            </a:r>
          </a:p>
        </p:txBody>
      </p:sp>
      <p:sp>
        <p:nvSpPr>
          <p:cNvPr id="88" name="关键洞察-rail">
            <a:extLst xmlns:a="http://schemas.openxmlformats.org/drawingml/2006/main">
              <a:ext uri="{FF2B5EF4-FFF2-40B4-BE49-F238E27FC236}">
                <a16:creationId xmlns:a16="http://schemas.microsoft.com/office/drawing/2014/main" id="{21365978-F97B-4161-BBD7-F97ECB0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19200"/>
            <a:ext cx="2381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89" name="关键洞察-title">
            <a:extLst xmlns:a="http://schemas.openxmlformats.org/drawingml/2006/main">
              <a:ext uri="{FF2B5EF4-FFF2-40B4-BE49-F238E27FC236}">
                <a16:creationId xmlns:a16="http://schemas.microsoft.com/office/drawing/2014/main" id="{4CA49C1C-B7C2-454F-9F49-295620F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关键洞察</a:t>
            </a:r>
          </a:p>
        </p:txBody>
      </p:sp>
      <p:sp>
        <p:nvSpPr>
          <p:cNvPr id="90" name="关键洞察-item-1">
            <a:extLst xmlns:a="http://schemas.openxmlformats.org/drawingml/2006/main">
              <a:ext uri="{FF2B5EF4-FFF2-40B4-BE49-F238E27FC236}">
                <a16:creationId xmlns:a16="http://schemas.microsoft.com/office/drawing/2014/main" id="{67667925-E4D2-4431-B299-88CE3D1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业务 A 连续四年上升</a:t>
            </a:r>
          </a:p>
        </p:txBody>
      </p:sp>
      <p:sp>
        <p:nvSpPr>
          <p:cNvPr id="91" name="关键洞察-item-2">
            <a:extLst xmlns:a="http://schemas.openxmlformats.org/drawingml/2006/main">
              <a:ext uri="{FF2B5EF4-FFF2-40B4-BE49-F238E27FC236}">
                <a16:creationId xmlns:a16="http://schemas.microsoft.com/office/drawing/2014/main" id="{EE18AC6E-A343-482D-87F5-CF461476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业务 E 在第二年进入第一名</a:t>
            </a:r>
          </a:p>
        </p:txBody>
      </p:sp>
      <p:sp>
        <p:nvSpPr>
          <p:cNvPr id="92" name="关键洞察-item-3">
            <a:extLst xmlns:a="http://schemas.openxmlformats.org/drawingml/2006/main">
              <a:ext uri="{FF2B5EF4-FFF2-40B4-BE49-F238E27FC236}">
                <a16:creationId xmlns:a16="http://schemas.microsoft.com/office/drawing/2014/main" id="{4DA59532-7D83-40DA-A8FE-F40202D4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业务 D 排名持续走低</a:t>
            </a:r>
          </a:p>
        </p:txBody>
      </p:sp>
      <p:sp>
        <p:nvSpPr>
          <p:cNvPr id="93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5E2671BB-D474-4BA3-9192-3CEE2480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优先复制业务 A 的增长机制，并复盘业务 D 的下滑原因</a:t>
            </a:r>
          </a:p>
        </p:txBody>
      </p:sp>
    </p:spTree>
    <p:extLst>
      <p:ext uri="{BB962C8B-B14F-4D97-AF65-F5344CB8AC3E}">
        <p14:creationId xmlns:p14="http://schemas.microsoft.com/office/powerpoint/2010/main" val="319118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2026-08-08T13:56:53.8420000Z</dcterms:created>
  <dcterms:modified xsi:type="dcterms:W3CDTF">2026-08-08T13:56:53.8420000Z</dcterms:modified>
</coreProperties>
</file>