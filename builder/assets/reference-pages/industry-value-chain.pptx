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5eddb08894f09" /><Relationship Type="http://schemas.openxmlformats.org/officeDocument/2006/relationships/extended-properties" Target="/docProps/app.xml" Id="R72e94c23a76444c3" /><Relationship Type="http://schemas.openxmlformats.org/officeDocument/2006/relationships/officeDocument" Target="/ppt/presentation.xml" Id="Raf90fc3f93cc40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bfcd262e234042"/>
  </p:sldMasterIdLst>
  <p:notesMasterIdLst>
    <p:notesMasterId xmlns:r="http://schemas.openxmlformats.org/officeDocument/2006/relationships" r:id="Re50747877b2a43f0"/>
  </p:notesMasterIdLst>
  <p:sldIdLst>
    <p:sldId xmlns:r="http://schemas.openxmlformats.org/officeDocument/2006/relationships" id="256" r:id="R74bc116c9f3c4d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318ee8e9f84d4b" /><Relationship Type="http://schemas.openxmlformats.org/officeDocument/2006/relationships/slideMaster" Target="/ppt/slideMasters/slideMaster1.xml" Id="R4bbfcd262e234042" /><Relationship Type="http://schemas.openxmlformats.org/officeDocument/2006/relationships/notesMaster" Target="/ppt/notesMasters/notesMaster1.xml" Id="Re50747877b2a43f0" /><Relationship Type="http://schemas.openxmlformats.org/officeDocument/2006/relationships/presProps" Target="/ppt/presProps.xml" Id="R77bb6e7b50634308" /><Relationship Type="http://schemas.openxmlformats.org/officeDocument/2006/relationships/tableStyles" Target="/ppt/tableStyles.xml" Id="R6316c01bd7c042ba" /><Relationship Type="http://schemas.openxmlformats.org/officeDocument/2006/relationships/slide" Target="/ppt/slides/slide1.xml" Id="R74bc116c9f3c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34d23e08149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93ea24cf6e4fb4" /><Relationship Type="http://schemas.openxmlformats.org/officeDocument/2006/relationships/notesMaster" Target="/ppt/notesMasters/notesMaster1.xml" Id="Rda9bbd98ec80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15605df144b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a25ff720e47d7" /><Relationship Type="http://schemas.openxmlformats.org/officeDocument/2006/relationships/slideLayout" Target="/ppt/slideLayouts/slideLayout1.xml" Id="Rd26f9c839c2040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f9c839c2040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b98c290bf469b" /><Relationship Type="http://schemas.openxmlformats.org/officeDocument/2006/relationships/notesSlide" Target="/ppt/notesSlides/notesSlide1.xml" Id="R137e71df81f442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age-title">
            <a:extLst xmlns:a="http://schemas.openxmlformats.org/drawingml/2006/main">
              <a:ext uri="{FF2B5EF4-FFF2-40B4-BE49-F238E27FC236}">
                <a16:creationId xmlns:a16="http://schemas.microsoft.com/office/drawing/2014/main" id="{1266B905-9A72-4D37-898A-CB25A7BF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Value migrates to upstream data and downstream operations, and we should extend from delivery to operations</a:t>
            </a:r>
          </a:p>
        </p:txBody>
      </p:sp>
      <p:sp>
        <p:nvSpPr>
          <p:cNvPr id="2" name="value-frame">
            <a:extLst xmlns:a="http://schemas.openxmlformats.org/drawingml/2006/main">
              <a:ext uri="{FF2B5EF4-FFF2-40B4-BE49-F238E27FC236}">
                <a16:creationId xmlns:a16="http://schemas.microsoft.com/office/drawing/2014/main" id="{9CBAC1AF-3B27-49D2-9779-E53BDBD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value-curve-1">
            <a:extLst xmlns:a="http://schemas.openxmlformats.org/drawingml/2006/main">
              <a:ext uri="{FF2B5EF4-FFF2-40B4-BE49-F238E27FC236}">
                <a16:creationId xmlns:a16="http://schemas.microsoft.com/office/drawing/2014/main" id="{3F8CF39C-AA61-4B9B-B5C4-D6A0AFBC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90700"/>
            <a:ext cx="1924050" cy="49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4" name="value-curve-2">
            <a:extLst xmlns:a="http://schemas.openxmlformats.org/drawingml/2006/main">
              <a:ext uri="{FF2B5EF4-FFF2-40B4-BE49-F238E27FC236}">
                <a16:creationId xmlns:a16="http://schemas.microsoft.com/office/drawing/2014/main" id="{1579BA49-E310-4D53-88C5-2ECE8181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840667"/>
            <a:ext cx="1924050" cy="968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5" name="value-curve-3">
            <a:extLst xmlns:a="http://schemas.openxmlformats.org/drawingml/2006/main">
              <a:ext uri="{FF2B5EF4-FFF2-40B4-BE49-F238E27FC236}">
                <a16:creationId xmlns:a16="http://schemas.microsoft.com/office/drawing/2014/main" id="{DA061C05-C3F6-4755-97E2-0B618CB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37479"/>
            <a:ext cx="1924050" cy="437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6" name="value-curve-4">
            <a:extLst xmlns:a="http://schemas.openxmlformats.org/drawingml/2006/main">
              <a:ext uri="{FF2B5EF4-FFF2-40B4-BE49-F238E27FC236}">
                <a16:creationId xmlns:a16="http://schemas.microsoft.com/office/drawing/2014/main" id="{B5A1774D-FDDF-4420-94E8-EB1CA54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39175" y="1803192"/>
            <a:ext cx="1924050" cy="178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7" name="value-point-1">
            <a:extLst xmlns:a="http://schemas.openxmlformats.org/drawingml/2006/main">
              <a:ext uri="{FF2B5EF4-FFF2-40B4-BE49-F238E27FC236}">
                <a16:creationId xmlns:a16="http://schemas.microsoft.com/office/drawing/2014/main" id="{8CE1B657-1D09-48A3-A247-E49D3058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value-point-2">
            <a:extLst xmlns:a="http://schemas.openxmlformats.org/drawingml/2006/main">
              <a:ext uri="{FF2B5EF4-FFF2-40B4-BE49-F238E27FC236}">
                <a16:creationId xmlns:a16="http://schemas.microsoft.com/office/drawing/2014/main" id="{928E6013-4F48-48BE-A267-B345BAED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9304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value-point-3">
            <a:extLst xmlns:a="http://schemas.openxmlformats.org/drawingml/2006/main">
              <a:ext uri="{FF2B5EF4-FFF2-40B4-BE49-F238E27FC236}">
                <a16:creationId xmlns:a16="http://schemas.microsoft.com/office/drawing/2014/main" id="{17235661-5A58-4C2A-97E9-198DF012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985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value-point-4">
            <a:extLst xmlns:a="http://schemas.openxmlformats.org/drawingml/2006/main">
              <a:ext uri="{FF2B5EF4-FFF2-40B4-BE49-F238E27FC236}">
                <a16:creationId xmlns:a16="http://schemas.microsoft.com/office/drawing/2014/main" id="{43B42807-129D-4FFA-B87D-8F03CD1C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value-point-5">
            <a:extLst xmlns:a="http://schemas.openxmlformats.org/drawingml/2006/main">
              <a:ext uri="{FF2B5EF4-FFF2-40B4-BE49-F238E27FC236}">
                <a16:creationId xmlns:a16="http://schemas.microsoft.com/office/drawing/2014/main" id="{DCA1D4E2-D18C-4AA5-9D89-0C614937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7555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tage-data">
            <a:extLst xmlns:a="http://schemas.openxmlformats.org/drawingml/2006/main">
              <a:ext uri="{FF2B5EF4-FFF2-40B4-BE49-F238E27FC236}">
                <a16:creationId xmlns:a16="http://schemas.microsoft.com/office/drawing/2014/main" id="{A8D241B1-A2B8-4B8F-B8B1-56B65339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1847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6FB2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Data and resources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profit margin 31%｜scale 86 billion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CR5 58%</a:t>
            </a:r>
          </a:p>
        </p:txBody>
      </p:sp>
      <p:sp>
        <p:nvSpPr>
          <p:cNvPr id="13" name="barrier-1">
            <a:extLst xmlns:a="http://schemas.openxmlformats.org/drawingml/2006/main">
              <a:ext uri="{FF2B5EF4-FFF2-40B4-BE49-F238E27FC236}">
                <a16:creationId xmlns:a16="http://schemas.microsoft.com/office/drawing/2014/main" id="{9E00A142-7747-47E3-B3AD-8021B300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52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high｜data scarcity</a:t>
            </a:r>
          </a:p>
        </p:txBody>
      </p:sp>
      <p:sp>
        <p:nvSpPr>
          <p:cNvPr id="14" name="chain-1">
            <a:extLst xmlns:a="http://schemas.openxmlformats.org/drawingml/2006/main">
              <a:ext uri="{FF2B5EF4-FFF2-40B4-BE49-F238E27FC236}">
                <a16:creationId xmlns:a16="http://schemas.microsoft.com/office/drawing/2014/main" id="{4BEB1C4B-7D0C-4FE3-8A0A-A82D438C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5" name="stage-platform">
            <a:extLst xmlns:a="http://schemas.openxmlformats.org/drawingml/2006/main">
              <a:ext uri="{FF2B5EF4-FFF2-40B4-BE49-F238E27FC236}">
                <a16:creationId xmlns:a16="http://schemas.microsoft.com/office/drawing/2014/main" id="{E522952D-0859-487F-B2A8-4C344F3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33600"/>
            <a:ext cx="1847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6FB2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Platform tools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profit margin 24%｜scale 132 billion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CR5 64%</a:t>
            </a:r>
          </a:p>
        </p:txBody>
      </p:sp>
      <p:sp>
        <p:nvSpPr>
          <p:cNvPr id="16" name="barrier-2">
            <a:extLst xmlns:a="http://schemas.openxmlformats.org/drawingml/2006/main">
              <a:ext uri="{FF2B5EF4-FFF2-40B4-BE49-F238E27FC236}">
                <a16:creationId xmlns:a16="http://schemas.microsoft.com/office/drawing/2014/main" id="{CE1A88EF-1B18-4B05-A660-273FEDC3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352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high｜scale effect</a:t>
            </a:r>
          </a:p>
        </p:txBody>
      </p:sp>
      <p:sp>
        <p:nvSpPr>
          <p:cNvPr id="17" name="chain-2">
            <a:extLst xmlns:a="http://schemas.openxmlformats.org/drawingml/2006/main">
              <a:ext uri="{FF2B5EF4-FFF2-40B4-BE49-F238E27FC236}">
                <a16:creationId xmlns:a16="http://schemas.microsoft.com/office/drawing/2014/main" id="{6D2D91B8-825E-4BE0-BE4D-B391D708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908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8" name="stage-design">
            <a:extLst xmlns:a="http://schemas.openxmlformats.org/drawingml/2006/main">
              <a:ext uri="{FF2B5EF4-FFF2-40B4-BE49-F238E27FC236}">
                <a16:creationId xmlns:a16="http://schemas.microsoft.com/office/drawing/2014/main" id="{362CB33F-4615-4A99-A433-E0F9813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33600"/>
            <a:ext cx="1847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Scheme design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profit margin 17%｜scale 74 billion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CR5 42%</a:t>
            </a:r>
          </a:p>
        </p:txBody>
      </p:sp>
      <p:sp>
        <p:nvSpPr>
          <p:cNvPr id="19" name="barrier-3">
            <a:extLst xmlns:a="http://schemas.openxmlformats.org/drawingml/2006/main">
              <a:ext uri="{FF2B5EF4-FFF2-40B4-BE49-F238E27FC236}">
                <a16:creationId xmlns:a16="http://schemas.microsoft.com/office/drawing/2014/main" id="{CC880B5B-0696-49D6-B864-F68CE2D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in｜Professional ability</a:t>
            </a:r>
          </a:p>
        </p:txBody>
      </p:sp>
      <p:sp>
        <p:nvSpPr>
          <p:cNvPr id="20" name="chain-3">
            <a:extLst xmlns:a="http://schemas.openxmlformats.org/drawingml/2006/main">
              <a:ext uri="{FF2B5EF4-FFF2-40B4-BE49-F238E27FC236}">
                <a16:creationId xmlns:a16="http://schemas.microsoft.com/office/drawing/2014/main" id="{330AFBF3-5229-4268-8CC9-E078C954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21" name="stage-delivery">
            <a:extLst xmlns:a="http://schemas.openxmlformats.org/drawingml/2006/main">
              <a:ext uri="{FF2B5EF4-FFF2-40B4-BE49-F238E27FC236}">
                <a16:creationId xmlns:a16="http://schemas.microsoft.com/office/drawing/2014/main" id="{F66248F5-BCEE-4E17-96D6-529532BB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847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Deliver implementation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profit margin 12%｜scale 96 billion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CR5 35%</a:t>
            </a:r>
          </a:p>
        </p:txBody>
      </p:sp>
      <p:sp>
        <p:nvSpPr>
          <p:cNvPr id="22" name="barrier-4">
            <a:extLst xmlns:a="http://schemas.openxmlformats.org/drawingml/2006/main">
              <a:ext uri="{FF2B5EF4-FFF2-40B4-BE49-F238E27FC236}">
                <a16:creationId xmlns:a16="http://schemas.microsoft.com/office/drawing/2014/main" id="{FE9235DC-8492-411F-A1DA-06B22F6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52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low｜densely populated</a:t>
            </a:r>
          </a:p>
        </p:txBody>
      </p:sp>
      <p:sp>
        <p:nvSpPr>
          <p:cNvPr id="23" name="chain-4">
            <a:extLst xmlns:a="http://schemas.openxmlformats.org/drawingml/2006/main">
              <a:ext uri="{FF2B5EF4-FFF2-40B4-BE49-F238E27FC236}">
                <a16:creationId xmlns:a16="http://schemas.microsoft.com/office/drawing/2014/main" id="{5EB2662B-FC27-4D09-BF03-5F9CD6D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908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24" name="stage-operations">
            <a:extLst xmlns:a="http://schemas.openxmlformats.org/drawingml/2006/main">
              <a:ext uri="{FF2B5EF4-FFF2-40B4-BE49-F238E27FC236}">
                <a16:creationId xmlns:a16="http://schemas.microsoft.com/office/drawing/2014/main" id="{8ABB3A54-A851-4F0C-A27A-7648622D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47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872D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Operational value added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profit margin 29%｜scale 115 billion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CR5 27%</a:t>
            </a:r>
          </a:p>
        </p:txBody>
      </p:sp>
      <p:sp>
        <p:nvSpPr>
          <p:cNvPr id="25" name="barrier-5">
            <a:extLst xmlns:a="http://schemas.openxmlformats.org/drawingml/2006/main">
              <a:ext uri="{FF2B5EF4-FFF2-40B4-BE49-F238E27FC236}">
                <a16:creationId xmlns:a16="http://schemas.microsoft.com/office/drawing/2014/main" id="{0BBF30B7-2110-4BEB-AD2C-A1C886F5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52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in｜customer touch points</a:t>
            </a:r>
          </a:p>
        </p:txBody>
      </p:sp>
      <p:sp>
        <p:nvSpPr>
          <p:cNvPr id="26" name="player-1">
            <a:extLst xmlns:a="http://schemas.openxmlformats.org/drawingml/2006/main">
              <a:ext uri="{FF2B5EF4-FFF2-40B4-BE49-F238E27FC236}">
                <a16:creationId xmlns:a16="http://schemas.microsoft.com/office/drawing/2014/main" id="{934B38BA-6E6E-48E6-9B6C-305BA2F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Dachang platform</a:t>
            </a:r>
          </a:p>
        </p:txBody>
      </p:sp>
      <p:sp>
        <p:nvSpPr>
          <p:cNvPr id="27" name="coverage-1-1">
            <a:extLst xmlns:a="http://schemas.openxmlformats.org/drawingml/2006/main">
              <a:ext uri="{FF2B5EF4-FFF2-40B4-BE49-F238E27FC236}">
                <a16:creationId xmlns:a16="http://schemas.microsoft.com/office/drawing/2014/main" id="{F09793DE-01B9-4A4E-B1EE-A8953E2A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004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28" name="coverage-1-2">
            <a:extLst xmlns:a="http://schemas.openxmlformats.org/drawingml/2006/main">
              <a:ext uri="{FF2B5EF4-FFF2-40B4-BE49-F238E27FC236}">
                <a16:creationId xmlns:a16="http://schemas.microsoft.com/office/drawing/2014/main" id="{6CA8B588-AEAD-48EA-9BB0-6C845D4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29" name="coverage-1-3">
            <a:extLst xmlns:a="http://schemas.openxmlformats.org/drawingml/2006/main">
              <a:ext uri="{FF2B5EF4-FFF2-40B4-BE49-F238E27FC236}">
                <a16:creationId xmlns:a16="http://schemas.microsoft.com/office/drawing/2014/main" id="{6FDC3F05-5FE9-4944-B07F-536FD2FD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coverage-1-4">
            <a:extLst xmlns:a="http://schemas.openxmlformats.org/drawingml/2006/main">
              <a:ext uri="{FF2B5EF4-FFF2-40B4-BE49-F238E27FC236}">
                <a16:creationId xmlns:a16="http://schemas.microsoft.com/office/drawing/2014/main" id="{5B51D829-8E40-4FD7-A223-9E1E7F1C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coverage-1-5">
            <a:extLst xmlns:a="http://schemas.openxmlformats.org/drawingml/2006/main">
              <a:ext uri="{FF2B5EF4-FFF2-40B4-BE49-F238E27FC236}">
                <a16:creationId xmlns:a16="http://schemas.microsoft.com/office/drawing/2014/main" id="{37A597BB-586D-4A10-A7B6-03104151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player-2">
            <a:extLst xmlns:a="http://schemas.openxmlformats.org/drawingml/2006/main">
              <a:ext uri="{FF2B5EF4-FFF2-40B4-BE49-F238E27FC236}">
                <a16:creationId xmlns:a16="http://schemas.microsoft.com/office/drawing/2014/main" id="{9D33B2C6-613B-4DCF-AB47-19322888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vertical SaaS</a:t>
            </a:r>
          </a:p>
        </p:txBody>
      </p:sp>
      <p:sp>
        <p:nvSpPr>
          <p:cNvPr id="33" name="coverage-2-1">
            <a:extLst xmlns:a="http://schemas.openxmlformats.org/drawingml/2006/main">
              <a:ext uri="{FF2B5EF4-FFF2-40B4-BE49-F238E27FC236}">
                <a16:creationId xmlns:a16="http://schemas.microsoft.com/office/drawing/2014/main" id="{B91F8F6C-1C52-422A-BF6F-1FF2C906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coverage-2-2">
            <a:extLst xmlns:a="http://schemas.openxmlformats.org/drawingml/2006/main">
              <a:ext uri="{FF2B5EF4-FFF2-40B4-BE49-F238E27FC236}">
                <a16:creationId xmlns:a16="http://schemas.microsoft.com/office/drawing/2014/main" id="{E6CB8B46-DCE0-4D3E-AA9B-1E4E2C2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35" name="coverage-2-3">
            <a:extLst xmlns:a="http://schemas.openxmlformats.org/drawingml/2006/main">
              <a:ext uri="{FF2B5EF4-FFF2-40B4-BE49-F238E27FC236}">
                <a16:creationId xmlns:a16="http://schemas.microsoft.com/office/drawing/2014/main" id="{09225328-44E7-4723-AD4B-A794DD92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36" name="coverage-2-4">
            <a:extLst xmlns:a="http://schemas.openxmlformats.org/drawingml/2006/main">
              <a:ext uri="{FF2B5EF4-FFF2-40B4-BE49-F238E27FC236}">
                <a16:creationId xmlns:a16="http://schemas.microsoft.com/office/drawing/2014/main" id="{060F1FE1-E414-4053-91AA-6B97B50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coverage-2-5">
            <a:extLst xmlns:a="http://schemas.openxmlformats.org/drawingml/2006/main">
              <a:ext uri="{FF2B5EF4-FFF2-40B4-BE49-F238E27FC236}">
                <a16:creationId xmlns:a16="http://schemas.microsoft.com/office/drawing/2014/main" id="{2B4A821F-491D-445F-8D43-363713B6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38" name="player-3">
            <a:extLst xmlns:a="http://schemas.openxmlformats.org/drawingml/2006/main">
              <a:ext uri="{FF2B5EF4-FFF2-40B4-BE49-F238E27FC236}">
                <a16:creationId xmlns:a16="http://schemas.microsoft.com/office/drawing/2014/main" id="{9FB38A58-1623-45B6-8241-D314B15D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traditional consulting</a:t>
            </a:r>
          </a:p>
        </p:txBody>
      </p:sp>
      <p:sp>
        <p:nvSpPr>
          <p:cNvPr id="39" name="coverage-3-1">
            <a:extLst xmlns:a="http://schemas.openxmlformats.org/drawingml/2006/main">
              <a:ext uri="{FF2B5EF4-FFF2-40B4-BE49-F238E27FC236}">
                <a16:creationId xmlns:a16="http://schemas.microsoft.com/office/drawing/2014/main" id="{8F97D8FF-5D5F-4582-9B62-653A0478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386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coverage-3-2">
            <a:extLst xmlns:a="http://schemas.openxmlformats.org/drawingml/2006/main">
              <a:ext uri="{FF2B5EF4-FFF2-40B4-BE49-F238E27FC236}">
                <a16:creationId xmlns:a16="http://schemas.microsoft.com/office/drawing/2014/main" id="{EEB4F254-DFF8-419B-87A4-06549485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386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coverage-3-3">
            <a:extLst xmlns:a="http://schemas.openxmlformats.org/drawingml/2006/main">
              <a:ext uri="{FF2B5EF4-FFF2-40B4-BE49-F238E27FC236}">
                <a16:creationId xmlns:a16="http://schemas.microsoft.com/office/drawing/2014/main" id="{FD443555-1884-435D-BC1E-8D9C97B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386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42" name="coverage-3-4">
            <a:extLst xmlns:a="http://schemas.openxmlformats.org/drawingml/2006/main">
              <a:ext uri="{FF2B5EF4-FFF2-40B4-BE49-F238E27FC236}">
                <a16:creationId xmlns:a16="http://schemas.microsoft.com/office/drawing/2014/main" id="{DA6172F2-7357-49C8-85D0-85DBDC47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386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43" name="coverage-3-5">
            <a:extLst xmlns:a="http://schemas.openxmlformats.org/drawingml/2006/main">
              <a:ext uri="{FF2B5EF4-FFF2-40B4-BE49-F238E27FC236}">
                <a16:creationId xmlns:a16="http://schemas.microsoft.com/office/drawing/2014/main" id="{BC64BC1A-8B65-4EC4-8E54-83029929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386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player-4">
            <a:extLst xmlns:a="http://schemas.openxmlformats.org/drawingml/2006/main">
              <a:ext uri="{FF2B5EF4-FFF2-40B4-BE49-F238E27FC236}">
                <a16:creationId xmlns:a16="http://schemas.microsoft.com/office/drawing/2014/main" id="{F4AFEC7D-384B-4E07-9F0A-6A1F04D2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independent consultant</a:t>
            </a:r>
          </a:p>
        </p:txBody>
      </p:sp>
      <p:sp>
        <p:nvSpPr>
          <p:cNvPr id="45" name="coverage-4-1">
            <a:extLst xmlns:a="http://schemas.openxmlformats.org/drawingml/2006/main">
              <a:ext uri="{FF2B5EF4-FFF2-40B4-BE49-F238E27FC236}">
                <a16:creationId xmlns:a16="http://schemas.microsoft.com/office/drawing/2014/main" id="{0216CEEB-622E-4890-AB1B-4DE3CCB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577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coverage-4-2">
            <a:extLst xmlns:a="http://schemas.openxmlformats.org/drawingml/2006/main">
              <a:ext uri="{FF2B5EF4-FFF2-40B4-BE49-F238E27FC236}">
                <a16:creationId xmlns:a16="http://schemas.microsoft.com/office/drawing/2014/main" id="{D73A02A3-9CBC-4F93-BEC8-E4AAD59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577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coverage-4-3">
            <a:extLst xmlns:a="http://schemas.openxmlformats.org/drawingml/2006/main">
              <a:ext uri="{FF2B5EF4-FFF2-40B4-BE49-F238E27FC236}">
                <a16:creationId xmlns:a16="http://schemas.microsoft.com/office/drawing/2014/main" id="{66C45781-B900-4C68-A87A-BA397205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577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48" name="coverage-4-4">
            <a:extLst xmlns:a="http://schemas.openxmlformats.org/drawingml/2006/main">
              <a:ext uri="{FF2B5EF4-FFF2-40B4-BE49-F238E27FC236}">
                <a16:creationId xmlns:a16="http://schemas.microsoft.com/office/drawing/2014/main" id="{76686013-682D-4950-A5C8-D57D98BB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●</a:t>
            </a:r>
          </a:p>
        </p:txBody>
      </p:sp>
      <p:sp>
        <p:nvSpPr>
          <p:cNvPr id="49" name="coverage-4-5">
            <a:extLst xmlns:a="http://schemas.openxmlformats.org/drawingml/2006/main">
              <a:ext uri="{FF2B5EF4-FFF2-40B4-BE49-F238E27FC236}">
                <a16:creationId xmlns:a16="http://schemas.microsoft.com/office/drawing/2014/main" id="{1A3E7680-7D5A-4DAB-8A45-F8A95550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577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player-5">
            <a:extLst xmlns:a="http://schemas.openxmlformats.org/drawingml/2006/main">
              <a:ext uri="{FF2B5EF4-FFF2-40B4-BE49-F238E27FC236}">
                <a16:creationId xmlns:a16="http://schemas.microsoft.com/office/drawing/2014/main" id="{4221FEDF-8746-41F0-BC20-E7086A5B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Our side</a:t>
            </a:r>
          </a:p>
        </p:txBody>
      </p:sp>
      <p:sp>
        <p:nvSpPr>
          <p:cNvPr id="51" name="coverage-5-1">
            <a:extLst xmlns:a="http://schemas.openxmlformats.org/drawingml/2006/main">
              <a:ext uri="{FF2B5EF4-FFF2-40B4-BE49-F238E27FC236}">
                <a16:creationId xmlns:a16="http://schemas.microsoft.com/office/drawing/2014/main" id="{C218BA85-41B3-4B78-870B-A05BC26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coverage-5-2">
            <a:extLst xmlns:a="http://schemas.openxmlformats.org/drawingml/2006/main">
              <a:ext uri="{FF2B5EF4-FFF2-40B4-BE49-F238E27FC236}">
                <a16:creationId xmlns:a16="http://schemas.microsoft.com/office/drawing/2014/main" id="{CCBAAEFC-8B70-4BC0-86E7-E89923D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768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coverage-5-3">
            <a:extLst xmlns:a="http://schemas.openxmlformats.org/drawingml/2006/main">
              <a:ext uri="{FF2B5EF4-FFF2-40B4-BE49-F238E27FC236}">
                <a16:creationId xmlns:a16="http://schemas.microsoft.com/office/drawing/2014/main" id="{8E03B316-9D32-4476-80E9-1E6E35F6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768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●</a:t>
            </a:r>
          </a:p>
        </p:txBody>
      </p:sp>
      <p:sp>
        <p:nvSpPr>
          <p:cNvPr id="54" name="coverage-5-4">
            <a:extLst xmlns:a="http://schemas.openxmlformats.org/drawingml/2006/main">
              <a:ext uri="{FF2B5EF4-FFF2-40B4-BE49-F238E27FC236}">
                <a16:creationId xmlns:a16="http://schemas.microsoft.com/office/drawing/2014/main" id="{BDEC771B-3A3F-446E-AB80-2595685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●</a:t>
            </a:r>
          </a:p>
        </p:txBody>
      </p:sp>
      <p:sp>
        <p:nvSpPr>
          <p:cNvPr id="55" name="coverage-5-5">
            <a:extLst xmlns:a="http://schemas.openxmlformats.org/drawingml/2006/main">
              <a:ext uri="{FF2B5EF4-FFF2-40B4-BE49-F238E27FC236}">
                <a16:creationId xmlns:a16="http://schemas.microsoft.com/office/drawing/2014/main" id="{91AB33F7-F5A3-47B3-AAD8-B7C48553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768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intends to enter</a:t>
            </a:r>
          </a:p>
        </p:txBody>
      </p:sp>
      <p:sp>
        <p:nvSpPr>
          <p:cNvPr id="56" name="bottom">
            <a:extLst xmlns:a="http://schemas.openxmlformats.org/drawingml/2006/main">
              <a:ext uri="{FF2B5EF4-FFF2-40B4-BE49-F238E27FC236}">
                <a16:creationId xmlns:a16="http://schemas.microsoft.com/office/drawing/2014/main" id="{FC1ED8E7-F4B9-4110-8BE9-3FF8E160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Our positioning: Taking consulting and design as the entrance, cooperation enters into continuous operation and value-added services</a:t>
            </a:r>
          </a:p>
        </p:txBody>
      </p:sp>
    </p:spTree>
    <p:extLst>
      <p:ext uri="{BB962C8B-B14F-4D97-AF65-F5344CB8AC3E}">
        <p14:creationId xmlns:p14="http://schemas.microsoft.com/office/powerpoint/2010/main" val="2065774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2026-07-31T20:17:27.9590000Z</dcterms:created>
  <dcterms:modified xsi:type="dcterms:W3CDTF">2026-07-31T20:17:27.9590000Z</dcterms:modified>
</coreProperties>
</file>