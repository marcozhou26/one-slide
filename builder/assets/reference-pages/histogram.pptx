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3e747241c488f" /><Relationship Type="http://schemas.openxmlformats.org/officeDocument/2006/relationships/extended-properties" Target="/docProps/app.xml" Id="R18ec209ec90c47d3" /><Relationship Type="http://schemas.openxmlformats.org/officeDocument/2006/relationships/officeDocument" Target="/ppt/presentation.xml" Id="R5693fd2d797b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3fe46a353c4e55"/>
  </p:sldMasterIdLst>
  <p:notesMasterIdLst>
    <p:notesMasterId xmlns:r="http://schemas.openxmlformats.org/officeDocument/2006/relationships" r:id="Rf5744a98b7ac4680"/>
  </p:notesMasterIdLst>
  <p:sldIdLst>
    <p:sldId xmlns:r="http://schemas.openxmlformats.org/officeDocument/2006/relationships" id="256" r:id="Re865d58ca45e40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36bdc135c405e" /><Relationship Type="http://schemas.openxmlformats.org/officeDocument/2006/relationships/slideMaster" Target="/ppt/slideMasters/slideMaster1.xml" Id="R8e3fe46a353c4e55" /><Relationship Type="http://schemas.openxmlformats.org/officeDocument/2006/relationships/notesMaster" Target="/ppt/notesMasters/notesMaster1.xml" Id="Rf5744a98b7ac4680" /><Relationship Type="http://schemas.openxmlformats.org/officeDocument/2006/relationships/presProps" Target="/ppt/presProps.xml" Id="R7298ca3f8fc14037" /><Relationship Type="http://schemas.openxmlformats.org/officeDocument/2006/relationships/tableStyles" Target="/ppt/tableStyles.xml" Id="Rb4e61da3831b41cc" /><Relationship Type="http://schemas.openxmlformats.org/officeDocument/2006/relationships/slide" Target="/ppt/slides/slide1.xml" Id="Re865d58ca45e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5d81a4a10449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992299f404fa6" /><Relationship Type="http://schemas.openxmlformats.org/officeDocument/2006/relationships/notesMaster" Target="/ppt/notesMasters/notesMaster1.xml" Id="R767321ce1b0c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合成示例数据，非真实客户数据</a:t>
            </a:r>
          </a:p>
          <a:p xmlns:a="http://schemas.openxmlformats.org/drawingml/2006/main">
            <a:r>
              <a:t>- 指标：匿名事务处理时长；单位：分钟；期间：2026年7月；分箱边界：0, 10, 20, 30, 40, 50, 60, 70, 80。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b1d228a96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37326bdd814815" /><Relationship Type="http://schemas.openxmlformats.org/officeDocument/2006/relationships/slideLayout" Target="/ppt/slideLayouts/slideLayout1.xml" Id="Rc8faf75c5f4048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faf75c5f4048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964f6ba5a4966" /><Relationship Type="http://schemas.openxmlformats.org/officeDocument/2006/relationships/notesSlide" Target="/ppt/notesSlides/notesSlide1.xml" Id="R0e363883a2734b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age-title">
            <a:extLst xmlns:a="http://schemas.openxmlformats.org/drawingml/2006/main">
              <a:ext uri="{FF2B5EF4-FFF2-40B4-BE49-F238E27FC236}">
                <a16:creationId xmlns:a16="http://schemas.microsoft.com/office/drawing/2014/main" id="{8DB7CB87-4020-48AA-8CEE-E467F684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处理时长主要集中在20–40分钟，右侧长尾延伸至80分钟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3CBB00A-E50D-430F-B008-BFA8E22C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合成示例数据，非真实客户数据</a:t>
            </a:r>
          </a:p>
        </p:txBody>
      </p:sp>
      <p:sp>
        <p:nvSpPr>
          <p:cNvPr id="3" name="histogram-frame">
            <a:extLst xmlns:a="http://schemas.openxmlformats.org/drawingml/2006/main">
              <a:ext uri="{FF2B5EF4-FFF2-40B4-BE49-F238E27FC236}">
                <a16:creationId xmlns:a16="http://schemas.microsoft.com/office/drawing/2014/main" id="{D8B6C9E3-6037-45EB-A273-F95B349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84582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" name="histogram-grid-0">
            <a:extLst xmlns:a="http://schemas.openxmlformats.org/drawingml/2006/main">
              <a:ext uri="{FF2B5EF4-FFF2-40B4-BE49-F238E27FC236}">
                <a16:creationId xmlns:a16="http://schemas.microsoft.com/office/drawing/2014/main" id="{DE0EFB49-F6F9-4B10-AE9D-47495A2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38350"/>
            <a:ext cx="739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5" name="histogram-y-0">
            <a:extLst xmlns:a="http://schemas.openxmlformats.org/drawingml/2006/main">
              <a:ext uri="{FF2B5EF4-FFF2-40B4-BE49-F238E27FC236}">
                <a16:creationId xmlns:a16="http://schemas.microsoft.com/office/drawing/2014/main" id="{0B5D25D5-F5AB-4949-BDBF-33B60A0C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15</a:t>
            </a:r>
          </a:p>
        </p:txBody>
      </p:sp>
      <p:sp>
        <p:nvSpPr>
          <p:cNvPr id="6" name="histogram-grid-1">
            <a:extLst xmlns:a="http://schemas.openxmlformats.org/drawingml/2006/main">
              <a:ext uri="{FF2B5EF4-FFF2-40B4-BE49-F238E27FC236}">
                <a16:creationId xmlns:a16="http://schemas.microsoft.com/office/drawing/2014/main" id="{425B4C01-7006-4EA8-83F9-B5539EB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0338"/>
            <a:ext cx="739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7" name="histogram-y-1">
            <a:extLst xmlns:a="http://schemas.openxmlformats.org/drawingml/2006/main">
              <a:ext uri="{FF2B5EF4-FFF2-40B4-BE49-F238E27FC236}">
                <a16:creationId xmlns:a16="http://schemas.microsoft.com/office/drawing/2014/main" id="{0B4F9AD7-C4A1-4A4B-BE42-7C837DA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6038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11</a:t>
            </a:r>
          </a:p>
        </p:txBody>
      </p:sp>
      <p:sp>
        <p:nvSpPr>
          <p:cNvPr id="8" name="histogram-grid-2">
            <a:extLst xmlns:a="http://schemas.openxmlformats.org/drawingml/2006/main">
              <a:ext uri="{FF2B5EF4-FFF2-40B4-BE49-F238E27FC236}">
                <a16:creationId xmlns:a16="http://schemas.microsoft.com/office/drawing/2014/main" id="{8D808978-3EB8-4F50-885B-3320A738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62325"/>
            <a:ext cx="739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9" name="histogram-y-2">
            <a:extLst xmlns:a="http://schemas.openxmlformats.org/drawingml/2006/main">
              <a:ext uri="{FF2B5EF4-FFF2-40B4-BE49-F238E27FC236}">
                <a16:creationId xmlns:a16="http://schemas.microsoft.com/office/drawing/2014/main" id="{1421F604-6EEB-4132-AED1-DBC0816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8</a:t>
            </a:r>
          </a:p>
        </p:txBody>
      </p:sp>
      <p:sp>
        <p:nvSpPr>
          <p:cNvPr id="10" name="histogram-grid-3">
            <a:extLst xmlns:a="http://schemas.openxmlformats.org/drawingml/2006/main">
              <a:ext uri="{FF2B5EF4-FFF2-40B4-BE49-F238E27FC236}">
                <a16:creationId xmlns:a16="http://schemas.microsoft.com/office/drawing/2014/main" id="{B8459FF2-1CE2-4BAF-901F-BD9DD2E2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24313"/>
            <a:ext cx="739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1" name="histogram-y-3">
            <a:extLst xmlns:a="http://schemas.openxmlformats.org/drawingml/2006/main">
              <a:ext uri="{FF2B5EF4-FFF2-40B4-BE49-F238E27FC236}">
                <a16:creationId xmlns:a16="http://schemas.microsoft.com/office/drawing/2014/main" id="{A943A415-EA9F-47AC-AE19-0C1C48A3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0013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4</a:t>
            </a:r>
          </a:p>
        </p:txBody>
      </p:sp>
      <p:sp>
        <p:nvSpPr>
          <p:cNvPr id="12" name="histogram-grid-4">
            <a:extLst xmlns:a="http://schemas.openxmlformats.org/drawingml/2006/main">
              <a:ext uri="{FF2B5EF4-FFF2-40B4-BE49-F238E27FC236}">
                <a16:creationId xmlns:a16="http://schemas.microsoft.com/office/drawing/2014/main" id="{0C2BD0CA-709C-4F53-9864-10BB594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739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7DEE8"/>
            </a:solidFill>
            <a:prstDash val="solid"/>
          </a:ln>
        </p:spPr>
      </p:sp>
      <p:sp>
        <p:nvSpPr>
          <p:cNvPr id="13" name="histogram-y-4">
            <a:extLst xmlns:a="http://schemas.openxmlformats.org/drawingml/2006/main">
              <a:ext uri="{FF2B5EF4-FFF2-40B4-BE49-F238E27FC236}">
                <a16:creationId xmlns:a16="http://schemas.microsoft.com/office/drawing/2014/main" id="{A6E4FB63-DEDC-46D3-885B-CB9A8CFC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0</a:t>
            </a:r>
          </a:p>
        </p:txBody>
      </p:sp>
      <p:sp>
        <p:nvSpPr>
          <p:cNvPr id="14" name="histogram-axis-title">
            <a:extLst xmlns:a="http://schemas.openxmlformats.org/drawingml/2006/main">
              <a:ext uri="{FF2B5EF4-FFF2-40B4-BE49-F238E27FC236}">
                <a16:creationId xmlns:a16="http://schemas.microsoft.com/office/drawing/2014/main" id="{211FC510-6B2E-4F2A-9634-C403E9E6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85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频数（个）</a:t>
            </a:r>
          </a:p>
        </p:txBody>
      </p:sp>
      <p:sp>
        <p:nvSpPr>
          <p:cNvPr id="15" name="histogram-bar-1">
            <a:extLst xmlns:a="http://schemas.openxmlformats.org/drawingml/2006/main">
              <a:ext uri="{FF2B5EF4-FFF2-40B4-BE49-F238E27FC236}">
                <a16:creationId xmlns:a16="http://schemas.microsoft.com/office/drawing/2014/main" id="{ADA5A415-EEAF-45A3-A28E-8342EBD5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33240"/>
            <a:ext cx="923925" cy="353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6" name="histogram-count-1">
            <a:extLst xmlns:a="http://schemas.openxmlformats.org/drawingml/2006/main">
              <a:ext uri="{FF2B5EF4-FFF2-40B4-BE49-F238E27FC236}">
                <a16:creationId xmlns:a16="http://schemas.microsoft.com/office/drawing/2014/main" id="{F7BE5BBB-B2A7-4CCC-A136-1253099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06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2</a:t>
            </a:r>
          </a:p>
        </p:txBody>
      </p:sp>
      <p:sp>
        <p:nvSpPr>
          <p:cNvPr id="17" name="histogram-bin-1">
            <a:extLst xmlns:a="http://schemas.openxmlformats.org/drawingml/2006/main">
              <a:ext uri="{FF2B5EF4-FFF2-40B4-BE49-F238E27FC236}">
                <a16:creationId xmlns:a16="http://schemas.microsoft.com/office/drawing/2014/main" id="{C65B9D74-F4BE-44B2-84FC-901042C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0–&lt;10</a:t>
            </a:r>
          </a:p>
        </p:txBody>
      </p:sp>
      <p:sp>
        <p:nvSpPr>
          <p:cNvPr id="18" name="histogram-bar-2">
            <a:extLst xmlns:a="http://schemas.openxmlformats.org/drawingml/2006/main">
              <a:ext uri="{FF2B5EF4-FFF2-40B4-BE49-F238E27FC236}">
                <a16:creationId xmlns:a16="http://schemas.microsoft.com/office/drawing/2014/main" id="{8B9E0413-4F91-4FA5-8CFE-15E54617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50590"/>
            <a:ext cx="923925" cy="1235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19" name="histogram-count-2">
            <a:extLst xmlns:a="http://schemas.openxmlformats.org/drawingml/2006/main">
              <a:ext uri="{FF2B5EF4-FFF2-40B4-BE49-F238E27FC236}">
                <a16:creationId xmlns:a16="http://schemas.microsoft.com/office/drawing/2014/main" id="{F5C79AF2-9259-4EA0-94F7-F884092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19341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7</a:t>
            </a:r>
          </a:p>
        </p:txBody>
      </p:sp>
      <p:sp>
        <p:nvSpPr>
          <p:cNvPr id="20" name="histogram-bin-2">
            <a:extLst xmlns:a="http://schemas.openxmlformats.org/drawingml/2006/main">
              <a:ext uri="{FF2B5EF4-FFF2-40B4-BE49-F238E27FC236}">
                <a16:creationId xmlns:a16="http://schemas.microsoft.com/office/drawing/2014/main" id="{7068007A-4E07-46D3-9859-F5032EF6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10–&lt;20</a:t>
            </a:r>
          </a:p>
        </p:txBody>
      </p:sp>
      <p:sp>
        <p:nvSpPr>
          <p:cNvPr id="21" name="histogram-bar-3">
            <a:extLst xmlns:a="http://schemas.openxmlformats.org/drawingml/2006/main">
              <a:ext uri="{FF2B5EF4-FFF2-40B4-BE49-F238E27FC236}">
                <a16:creationId xmlns:a16="http://schemas.microsoft.com/office/drawing/2014/main" id="{B1110CDF-B243-4F83-B3F2-EC4BF216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14880"/>
            <a:ext cx="923925" cy="2471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2" name="histogram-count-3">
            <a:extLst xmlns:a="http://schemas.openxmlformats.org/drawingml/2006/main">
              <a:ext uri="{FF2B5EF4-FFF2-40B4-BE49-F238E27FC236}">
                <a16:creationId xmlns:a16="http://schemas.microsoft.com/office/drawing/2014/main" id="{AA0CD83E-BA5C-442A-8CB2-29599A8F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193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14</a:t>
            </a:r>
          </a:p>
        </p:txBody>
      </p:sp>
      <p:sp>
        <p:nvSpPr>
          <p:cNvPr id="23" name="histogram-bin-3">
            <a:extLst xmlns:a="http://schemas.openxmlformats.org/drawingml/2006/main">
              <a:ext uri="{FF2B5EF4-FFF2-40B4-BE49-F238E27FC236}">
                <a16:creationId xmlns:a16="http://schemas.microsoft.com/office/drawing/2014/main" id="{ED025A3B-8E11-4D0E-B307-FAD3BF1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20–&lt;30</a:t>
            </a:r>
          </a:p>
        </p:txBody>
      </p:sp>
      <p:sp>
        <p:nvSpPr>
          <p:cNvPr id="24" name="histogram-bar-4">
            <a:extLst xmlns:a="http://schemas.openxmlformats.org/drawingml/2006/main">
              <a:ext uri="{FF2B5EF4-FFF2-40B4-BE49-F238E27FC236}">
                <a16:creationId xmlns:a16="http://schemas.microsoft.com/office/drawing/2014/main" id="{A17137A9-A1BB-4753-B264-8782B52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67940"/>
            <a:ext cx="923925" cy="2118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5" name="histogram-count-4">
            <a:extLst xmlns:a="http://schemas.openxmlformats.org/drawingml/2006/main">
              <a:ext uri="{FF2B5EF4-FFF2-40B4-BE49-F238E27FC236}">
                <a16:creationId xmlns:a16="http://schemas.microsoft.com/office/drawing/2014/main" id="{DB9F06C5-0775-4F0E-9A64-FF0A14CE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1076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12</a:t>
            </a:r>
          </a:p>
        </p:txBody>
      </p:sp>
      <p:sp>
        <p:nvSpPr>
          <p:cNvPr id="26" name="histogram-bin-4">
            <a:extLst xmlns:a="http://schemas.openxmlformats.org/drawingml/2006/main">
              <a:ext uri="{FF2B5EF4-FFF2-40B4-BE49-F238E27FC236}">
                <a16:creationId xmlns:a16="http://schemas.microsoft.com/office/drawing/2014/main" id="{DA913D33-4DF9-45F9-90A2-B37173C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30–&lt;40</a:t>
            </a:r>
          </a:p>
        </p:txBody>
      </p:sp>
      <p:sp>
        <p:nvSpPr>
          <p:cNvPr id="27" name="histogram-bar-5">
            <a:extLst xmlns:a="http://schemas.openxmlformats.org/drawingml/2006/main">
              <a:ext uri="{FF2B5EF4-FFF2-40B4-BE49-F238E27FC236}">
                <a16:creationId xmlns:a16="http://schemas.microsoft.com/office/drawing/2014/main" id="{D173CA91-5BDB-4D04-96E8-C6FFB4A7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50590"/>
            <a:ext cx="923925" cy="1235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28" name="histogram-count-5">
            <a:extLst xmlns:a="http://schemas.openxmlformats.org/drawingml/2006/main">
              <a:ext uri="{FF2B5EF4-FFF2-40B4-BE49-F238E27FC236}">
                <a16:creationId xmlns:a16="http://schemas.microsoft.com/office/drawing/2014/main" id="{40A98FB0-851C-46E5-B912-2542344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9341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7</a:t>
            </a:r>
          </a:p>
        </p:txBody>
      </p:sp>
      <p:sp>
        <p:nvSpPr>
          <p:cNvPr id="29" name="histogram-bin-5">
            <a:extLst xmlns:a="http://schemas.openxmlformats.org/drawingml/2006/main">
              <a:ext uri="{FF2B5EF4-FFF2-40B4-BE49-F238E27FC236}">
                <a16:creationId xmlns:a16="http://schemas.microsoft.com/office/drawing/2014/main" id="{19B1E4A2-2477-4022-8D33-811AE935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40–&lt;50</a:t>
            </a:r>
          </a:p>
        </p:txBody>
      </p:sp>
      <p:sp>
        <p:nvSpPr>
          <p:cNvPr id="30" name="histogram-bar-6">
            <a:extLst xmlns:a="http://schemas.openxmlformats.org/drawingml/2006/main">
              <a:ext uri="{FF2B5EF4-FFF2-40B4-BE49-F238E27FC236}">
                <a16:creationId xmlns:a16="http://schemas.microsoft.com/office/drawing/2014/main" id="{11F92D9E-5B64-4104-AD75-DF5036C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80180"/>
            <a:ext cx="923925" cy="70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1" name="histogram-count-6">
            <a:extLst xmlns:a="http://schemas.openxmlformats.org/drawingml/2006/main">
              <a:ext uri="{FF2B5EF4-FFF2-40B4-BE49-F238E27FC236}">
                <a16:creationId xmlns:a16="http://schemas.microsoft.com/office/drawing/2014/main" id="{EEF7E194-C0D0-445C-A109-E9883F1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2300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4</a:t>
            </a:r>
          </a:p>
        </p:txBody>
      </p:sp>
      <p:sp>
        <p:nvSpPr>
          <p:cNvPr id="32" name="histogram-bin-6">
            <a:extLst xmlns:a="http://schemas.openxmlformats.org/drawingml/2006/main">
              <a:ext uri="{FF2B5EF4-FFF2-40B4-BE49-F238E27FC236}">
                <a16:creationId xmlns:a16="http://schemas.microsoft.com/office/drawing/2014/main" id="{FB594E7A-468E-497B-B3B1-BB4472B4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50–&lt;60</a:t>
            </a:r>
          </a:p>
        </p:txBody>
      </p:sp>
      <p:sp>
        <p:nvSpPr>
          <p:cNvPr id="33" name="histogram-bar-7">
            <a:extLst xmlns:a="http://schemas.openxmlformats.org/drawingml/2006/main">
              <a:ext uri="{FF2B5EF4-FFF2-40B4-BE49-F238E27FC236}">
                <a16:creationId xmlns:a16="http://schemas.microsoft.com/office/drawing/2014/main" id="{F0B43F9A-D631-4EB6-A4B3-451B2D45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09770"/>
            <a:ext cx="923925" cy="176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4" name="histogram-count-7">
            <a:extLst xmlns:a="http://schemas.openxmlformats.org/drawingml/2006/main">
              <a:ext uri="{FF2B5EF4-FFF2-40B4-BE49-F238E27FC236}">
                <a16:creationId xmlns:a16="http://schemas.microsoft.com/office/drawing/2014/main" id="{EDD040CD-48B7-4A10-86C5-75A7777C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259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1</a:t>
            </a:r>
          </a:p>
        </p:txBody>
      </p:sp>
      <p:sp>
        <p:nvSpPr>
          <p:cNvPr id="35" name="histogram-bin-7">
            <a:extLst xmlns:a="http://schemas.openxmlformats.org/drawingml/2006/main">
              <a:ext uri="{FF2B5EF4-FFF2-40B4-BE49-F238E27FC236}">
                <a16:creationId xmlns:a16="http://schemas.microsoft.com/office/drawing/2014/main" id="{75FA8D7A-BF36-4901-B742-F53E7EF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60–&lt;70</a:t>
            </a:r>
          </a:p>
        </p:txBody>
      </p:sp>
      <p:sp>
        <p:nvSpPr>
          <p:cNvPr id="36" name="histogram-bar-8">
            <a:extLst xmlns:a="http://schemas.openxmlformats.org/drawingml/2006/main">
              <a:ext uri="{FF2B5EF4-FFF2-40B4-BE49-F238E27FC236}">
                <a16:creationId xmlns:a16="http://schemas.microsoft.com/office/drawing/2014/main" id="{EE988D96-E2AB-4FD7-A3B7-4C4C730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09770"/>
            <a:ext cx="923925" cy="176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37" name="histogram-count-8">
            <a:extLst xmlns:a="http://schemas.openxmlformats.org/drawingml/2006/main">
              <a:ext uri="{FF2B5EF4-FFF2-40B4-BE49-F238E27FC236}">
                <a16:creationId xmlns:a16="http://schemas.microsoft.com/office/drawing/2014/main" id="{ED408CE6-9186-4783-AD10-C618000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5259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5375F"/>
                </a:solidFill>
              </a:defRPr>
            </a:pPr>
            <a:r>
              <a:rPr sz="1400" b="0">
                <a:solidFill>
                  <a:srgbClr val="15375F"/>
                </a:solidFill>
              </a:rPr>
              <a:t>1</a:t>
            </a:r>
          </a:p>
        </p:txBody>
      </p:sp>
      <p:sp>
        <p:nvSpPr>
          <p:cNvPr id="38" name="histogram-bin-8">
            <a:extLst xmlns:a="http://schemas.openxmlformats.org/drawingml/2006/main">
              <a:ext uri="{FF2B5EF4-FFF2-40B4-BE49-F238E27FC236}">
                <a16:creationId xmlns:a16="http://schemas.microsoft.com/office/drawing/2014/main" id="{EBE87441-2294-4E32-B9C9-9908A99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62500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70–80</a:t>
            </a:r>
          </a:p>
        </p:txBody>
      </p:sp>
      <p:sp>
        <p:nvSpPr>
          <p:cNvPr id="39" name="histogram-x-title">
            <a:extLst xmlns:a="http://schemas.openxmlformats.org/drawingml/2006/main">
              <a:ext uri="{FF2B5EF4-FFF2-40B4-BE49-F238E27FC236}">
                <a16:creationId xmlns:a16="http://schemas.microsoft.com/office/drawing/2014/main" id="{7D6DE8E8-927D-42A1-B2AC-67609B51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5375F"/>
                </a:solidFill>
              </a:defRPr>
            </a:pPr>
            <a:r>
              <a:rPr sz="1400" b="1">
                <a:solidFill>
                  <a:srgbClr val="15375F"/>
                </a:solidFill>
              </a:rPr>
              <a:t>匿名事务处理时长（分钟）</a:t>
            </a:r>
          </a:p>
        </p:txBody>
      </p:sp>
      <p:sp>
        <p:nvSpPr>
          <p:cNvPr id="40" name="histogram-method">
            <a:extLst xmlns:a="http://schemas.openxmlformats.org/drawingml/2006/main">
              <a:ext uri="{FF2B5EF4-FFF2-40B4-BE49-F238E27FC236}">
                <a16:creationId xmlns:a16="http://schemas.microsoft.com/office/drawing/2014/main" id="{B4FE6651-7CD2-4F79-A8AF-B7104232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815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样本 50，有效 48，缺失 2；左闭右开，末箱含上界；期间：2026年7月</a:t>
            </a:r>
          </a:p>
        </p:txBody>
      </p:sp>
      <p:sp>
        <p:nvSpPr>
          <p:cNvPr id="41" name="分布解读-rail">
            <a:extLst xmlns:a="http://schemas.openxmlformats.org/drawingml/2006/main">
              <a:ext uri="{FF2B5EF4-FFF2-40B4-BE49-F238E27FC236}">
                <a16:creationId xmlns:a16="http://schemas.microsoft.com/office/drawing/2014/main" id="{E9AD712D-2C86-44F2-904C-C9E5360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19200"/>
            <a:ext cx="2381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2" name="分布解读-title">
            <a:extLst xmlns:a="http://schemas.openxmlformats.org/drawingml/2006/main">
              <a:ext uri="{FF2B5EF4-FFF2-40B4-BE49-F238E27FC236}">
                <a16:creationId xmlns:a16="http://schemas.microsoft.com/office/drawing/2014/main" id="{852CDA3B-43AE-4963-83AB-FFCC3278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分布解读</a:t>
            </a:r>
          </a:p>
        </p:txBody>
      </p:sp>
      <p:sp>
        <p:nvSpPr>
          <p:cNvPr id="43" name="分布解读-item-1">
            <a:extLst xmlns:a="http://schemas.openxmlformats.org/drawingml/2006/main">
              <a:ext uri="{FF2B5EF4-FFF2-40B4-BE49-F238E27FC236}">
                <a16:creationId xmlns:a16="http://schemas.microsoft.com/office/drawing/2014/main" id="{5CCDCBD2-1F3E-4E18-AF6E-CC300E27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20–40分钟包含26个有效样本，占54.2%</a:t>
            </a:r>
          </a:p>
        </p:txBody>
      </p:sp>
      <p:sp>
        <p:nvSpPr>
          <p:cNvPr id="44" name="分布解读-item-2">
            <a:extLst xmlns:a="http://schemas.openxmlformats.org/drawingml/2006/main">
              <a:ext uri="{FF2B5EF4-FFF2-40B4-BE49-F238E27FC236}">
                <a16:creationId xmlns:a16="http://schemas.microsoft.com/office/drawing/2014/main" id="{DB9FCD1E-531D-4765-9815-9605CD7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60分钟及以上仅2个，占4.2%，但形成右侧长尾</a:t>
            </a:r>
          </a:p>
        </p:txBody>
      </p:sp>
      <p:sp>
        <p:nvSpPr>
          <p:cNvPr id="45" name="分布解读-item-3">
            <a:extLst xmlns:a="http://schemas.openxmlformats.org/drawingml/2006/main">
              <a:ext uri="{FF2B5EF4-FFF2-40B4-BE49-F238E27FC236}">
                <a16:creationId xmlns:a16="http://schemas.microsoft.com/office/drawing/2014/main" id="{DA3F6BDF-F298-4744-8A8A-831F744B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076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20–30分钟为峰值区间（14个）</a:t>
            </a:r>
          </a:p>
        </p:txBody>
      </p:sp>
      <p:sp>
        <p:nvSpPr>
          <p:cNvPr id="46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A8BAC52C-EA7D-44C9-BABC-F97949C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处理时长主要集中在20–40分钟，右侧长尾延伸至80分钟</a:t>
            </a:r>
          </a:p>
        </p:txBody>
      </p:sp>
    </p:spTree>
    <p:extLst>
      <p:ext uri="{BB962C8B-B14F-4D97-AF65-F5344CB8AC3E}">
        <p14:creationId xmlns:p14="http://schemas.microsoft.com/office/powerpoint/2010/main" val="265572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2026-08-08T16:21:55.1830000Z</dcterms:created>
  <dcterms:modified xsi:type="dcterms:W3CDTF">2026-08-08T16:21:55.1830000Z</dcterms:modified>
</coreProperties>
</file>