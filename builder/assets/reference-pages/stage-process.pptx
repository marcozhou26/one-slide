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8e5bf045d640d5" /><Relationship Type="http://schemas.openxmlformats.org/officeDocument/2006/relationships/extended-properties" Target="/docProps/app.xml" Id="Rf76c8710f0724be8" /><Relationship Type="http://schemas.openxmlformats.org/officeDocument/2006/relationships/officeDocument" Target="/ppt/presentation.xml" Id="R6a8fb70e138840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86d7a2052943bb"/>
  </p:sldMasterIdLst>
  <p:notesMasterIdLst>
    <p:notesMasterId xmlns:r="http://schemas.openxmlformats.org/officeDocument/2006/relationships" r:id="R2c820c051a934066"/>
  </p:notesMasterIdLst>
  <p:sldIdLst>
    <p:sldId xmlns:r="http://schemas.openxmlformats.org/officeDocument/2006/relationships" id="256" r:id="Rbace0678c2b645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5c2b1a2c9b41f1" /><Relationship Type="http://schemas.openxmlformats.org/officeDocument/2006/relationships/slideMaster" Target="/ppt/slideMasters/slideMaster1.xml" Id="R3a86d7a2052943bb" /><Relationship Type="http://schemas.openxmlformats.org/officeDocument/2006/relationships/notesMaster" Target="/ppt/notesMasters/notesMaster1.xml" Id="R2c820c051a934066" /><Relationship Type="http://schemas.openxmlformats.org/officeDocument/2006/relationships/presProps" Target="/ppt/presProps.xml" Id="R35e6dba08ad145cd" /><Relationship Type="http://schemas.openxmlformats.org/officeDocument/2006/relationships/tableStyles" Target="/ppt/tableStyles.xml" Id="Re053e63781ba4733" /><Relationship Type="http://schemas.openxmlformats.org/officeDocument/2006/relationships/slide" Target="/ppt/slides/slide1.xml" Id="Rbace0678c2b645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398fd547b54f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8ef5476abf4060" /><Relationship Type="http://schemas.openxmlformats.org/officeDocument/2006/relationships/notesMaster" Target="/ppt/notesMasters/notesMaster1.xml" Id="R1ce65e0b01ad49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1b405f2124f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9b14f84dc9460b" /><Relationship Type="http://schemas.openxmlformats.org/officeDocument/2006/relationships/slideLayout" Target="/ppt/slideLayouts/slideLayout1.xml" Id="R924906c8e74c4a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4906c8e74c4a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bb6dfbdfa48fe" /><Relationship Type="http://schemas.openxmlformats.org/officeDocument/2006/relationships/notesSlide" Target="/ppt/notesSlides/notesSlide1.xml" Id="R69f0d8bb72e840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age-title">
            <a:extLst xmlns:a="http://schemas.openxmlformats.org/drawingml/2006/main">
              <a:ext uri="{FF2B5EF4-FFF2-40B4-BE49-F238E27FC236}">
                <a16:creationId xmlns:a16="http://schemas.microsoft.com/office/drawing/2014/main" id="{45DF0115-61DA-4D7A-AD5A-CC6BFAF7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三阶段推进可在十二个月内完成转型</a:t>
            </a:r>
          </a:p>
        </p:txBody>
      </p:sp>
      <p:sp>
        <p:nvSpPr>
          <p:cNvPr id="2" name="step-s1">
            <a:extLst xmlns:a="http://schemas.openxmlformats.org/drawingml/2006/main">
              <a:ext uri="{FF2B5EF4-FFF2-40B4-BE49-F238E27FC236}">
                <a16:creationId xmlns:a16="http://schemas.microsoft.com/office/drawing/2014/main" id="{62EB625F-A4F4-49B7-9EAC-E40DAF17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3797300" cy="11430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tep-s2">
            <a:extLst xmlns:a="http://schemas.openxmlformats.org/drawingml/2006/main">
              <a:ext uri="{FF2B5EF4-FFF2-40B4-BE49-F238E27FC236}">
                <a16:creationId xmlns:a16="http://schemas.microsoft.com/office/drawing/2014/main" id="{8B7CC82C-D4F2-4DDE-B9DA-F0FFA516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057400"/>
            <a:ext cx="3797300" cy="11430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548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tep-s3">
            <a:extLst xmlns:a="http://schemas.openxmlformats.org/drawingml/2006/main">
              <a:ext uri="{FF2B5EF4-FFF2-40B4-BE49-F238E27FC236}">
                <a16:creationId xmlns:a16="http://schemas.microsoft.com/office/drawing/2014/main" id="{6029BBE8-6E44-43DA-94C3-7A90AA11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057400"/>
            <a:ext cx="3797300" cy="11430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6F9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bottom-strip">
            <a:extLst xmlns:a="http://schemas.openxmlformats.org/drawingml/2006/main">
              <a:ext uri="{FF2B5EF4-FFF2-40B4-BE49-F238E27FC236}">
                <a16:creationId xmlns:a16="http://schemas.microsoft.com/office/drawing/2014/main" id="{517C20FC-6E27-4302-B525-90DCC211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bottom-item-1">
            <a:extLst xmlns:a="http://schemas.openxmlformats.org/drawingml/2006/main">
              <a:ext uri="{FF2B5EF4-FFF2-40B4-BE49-F238E27FC236}">
                <a16:creationId xmlns:a16="http://schemas.microsoft.com/office/drawing/2014/main" id="{9A16C3A9-B7CB-4811-B755-B82FCC9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40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跟踪风险</a:t>
            </a:r>
          </a:p>
        </p:txBody>
      </p:sp>
      <p:sp>
        <p:nvSpPr>
          <p:cNvPr id="13" name="bottom-item-2">
            <a:extLst xmlns:a="http://schemas.openxmlformats.org/drawingml/2006/main">
              <a:ext uri="{FF2B5EF4-FFF2-40B4-BE49-F238E27FC236}">
                <a16:creationId xmlns:a16="http://schemas.microsoft.com/office/drawing/2014/main" id="{CE02EEE3-81FB-46E1-AFAA-CE797E04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5334000"/>
            <a:ext cx="340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资源</a:t>
            </a:r>
          </a:p>
        </p:txBody>
      </p:sp>
      <p:sp>
        <p:nvSpPr>
          <p:cNvPr id="14" name="bottom-item-3">
            <a:extLst xmlns:a="http://schemas.openxmlformats.org/drawingml/2006/main">
              <a:ext uri="{FF2B5EF4-FFF2-40B4-BE49-F238E27FC236}">
                <a16:creationId xmlns:a16="http://schemas.microsoft.com/office/drawing/2014/main" id="{150598CE-BF7E-4BEE-9DE1-C99A9655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5334000"/>
            <a:ext cx="340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量化指标</a:t>
            </a:r>
          </a:p>
        </p:txBody>
      </p:sp>
      <p:sp>
        <p:nvSpPr>
          <p:cNvPr id="5" name="step-title-s1">
            <a:extLst xmlns:a="http://schemas.openxmlformats.org/drawingml/2006/main">
              <a:ext uri="{FF2B5EF4-FFF2-40B4-BE49-F238E27FC236}">
                <a16:creationId xmlns:a16="http://schemas.microsoft.com/office/drawing/2014/main" id="{D15E5494-6BCE-4D8B-9ED9-F8CEAF93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806" y="2381250"/>
            <a:ext cx="250621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诊断</a:t>
            </a:r>
          </a:p>
        </p:txBody>
      </p:sp>
      <p:sp>
        <p:nvSpPr>
          <p:cNvPr id="6" name="step-detail-s1">
            <a:extLst xmlns:a="http://schemas.openxmlformats.org/drawingml/2006/main">
              <a:ext uri="{FF2B5EF4-FFF2-40B4-BE49-F238E27FC236}">
                <a16:creationId xmlns:a16="http://schemas.microsoft.com/office/drawing/2014/main" id="{814C0D03-97E5-4965-AFCB-1616EBEB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330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诊断现状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• 形成问题清单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一至三月</a:t>
            </a:r>
          </a:p>
        </p:txBody>
      </p:sp>
      <p:sp>
        <p:nvSpPr>
          <p:cNvPr id="7" name="step-title-s2">
            <a:extLst xmlns:a="http://schemas.openxmlformats.org/drawingml/2006/main">
              <a:ext uri="{FF2B5EF4-FFF2-40B4-BE49-F238E27FC236}">
                <a16:creationId xmlns:a16="http://schemas.microsoft.com/office/drawing/2014/main" id="{461651D1-06A3-4588-9459-93801E75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756" y="2381250"/>
            <a:ext cx="250621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试点</a:t>
            </a:r>
          </a:p>
        </p:txBody>
      </p:sp>
      <p:sp>
        <p:nvSpPr>
          <p:cNvPr id="8" name="step-detail-s2">
            <a:extLst xmlns:a="http://schemas.openxmlformats.org/drawingml/2006/main">
              <a:ext uri="{FF2B5EF4-FFF2-40B4-BE49-F238E27FC236}">
                <a16:creationId xmlns:a16="http://schemas.microsoft.com/office/drawing/2014/main" id="{7B61073B-E729-40C1-92D4-423B2559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467100"/>
            <a:ext cx="330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验证核心流程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试点报告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四至八月</a:t>
            </a:r>
          </a:p>
        </p:txBody>
      </p:sp>
      <p:sp>
        <p:nvSpPr>
          <p:cNvPr id="9" name="step-title-s3">
            <a:extLst xmlns:a="http://schemas.openxmlformats.org/drawingml/2006/main">
              <a:ext uri="{FF2B5EF4-FFF2-40B4-BE49-F238E27FC236}">
                <a16:creationId xmlns:a16="http://schemas.microsoft.com/office/drawing/2014/main" id="{3DB83D2E-914C-448B-B0F5-262B490B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706" y="2381250"/>
            <a:ext cx="250621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推广</a:t>
            </a:r>
          </a:p>
        </p:txBody>
      </p:sp>
      <p:sp>
        <p:nvSpPr>
          <p:cNvPr id="10" name="step-detail-s3">
            <a:extLst xmlns:a="http://schemas.openxmlformats.org/drawingml/2006/main">
              <a:ext uri="{FF2B5EF4-FFF2-40B4-BE49-F238E27FC236}">
                <a16:creationId xmlns:a16="http://schemas.microsoft.com/office/drawing/2014/main" id="{626930EC-26DC-477B-812A-12627D88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3467100"/>
            <a:ext cx="330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完成制度固化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• 全员上线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九至十二月</a:t>
            </a:r>
          </a:p>
        </p:txBody>
      </p:sp>
    </p:spTree>
    <p:extLst>
      <p:ext uri="{BB962C8B-B14F-4D97-AF65-F5344CB8AC3E}">
        <p14:creationId xmlns:p14="http://schemas.microsoft.com/office/powerpoint/2010/main" val="313411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2026-07-31T20:14:25.2690000Z</dcterms:created>
  <dcterms:modified xsi:type="dcterms:W3CDTF">2026-07-31T20:14:25.2690000Z</dcterms:modified>
</coreProperties>
</file>