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767d3866954291" /><Relationship Type="http://schemas.openxmlformats.org/officeDocument/2006/relationships/extended-properties" Target="/docProps/app.xml" Id="Rb9bdaa637cf247a5" /><Relationship Type="http://schemas.openxmlformats.org/officeDocument/2006/relationships/officeDocument" Target="/ppt/presentation.xml" Id="Rf8b0f5e5c84144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344c7b485a4db1"/>
  </p:sldMasterIdLst>
  <p:notesMasterIdLst>
    <p:notesMasterId xmlns:r="http://schemas.openxmlformats.org/officeDocument/2006/relationships" r:id="R6ee49b95622c4d00"/>
  </p:notesMasterIdLst>
  <p:sldIdLst>
    <p:sldId xmlns:r="http://schemas.openxmlformats.org/officeDocument/2006/relationships" id="256" r:id="R75dbc31bbb034a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1df482b75f4625" /><Relationship Type="http://schemas.openxmlformats.org/officeDocument/2006/relationships/slideMaster" Target="/ppt/slideMasters/slideMaster1.xml" Id="Rc4344c7b485a4db1" /><Relationship Type="http://schemas.openxmlformats.org/officeDocument/2006/relationships/notesMaster" Target="/ppt/notesMasters/notesMaster1.xml" Id="R6ee49b95622c4d00" /><Relationship Type="http://schemas.openxmlformats.org/officeDocument/2006/relationships/presProps" Target="/ppt/presProps.xml" Id="R8ab99e5be1b648e9" /><Relationship Type="http://schemas.openxmlformats.org/officeDocument/2006/relationships/tableStyles" Target="/ppt/tableStyles.xml" Id="Ra623044ab2c44436" /><Relationship Type="http://schemas.openxmlformats.org/officeDocument/2006/relationships/slide" Target="/ppt/slides/slide1.xml" Id="R75dbc31bbb034a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639e0d752045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503335f41d4448" /><Relationship Type="http://schemas.openxmlformats.org/officeDocument/2006/relationships/notesMaster" Target="/ppt/notesMasters/notesMaster1.xml" Id="R88ea9b58c12d44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e9a1b3a0241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474589688d4914" /><Relationship Type="http://schemas.openxmlformats.org/officeDocument/2006/relationships/slideLayout" Target="/ppt/slideLayouts/slideLayout1.xml" Id="R486aa50c544548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6aa50c544548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7eda5346f4c6c" /><Relationship Type="http://schemas.openxmlformats.org/officeDocument/2006/relationships/notesSlide" Target="/ppt/notesSlides/notesSlide1.xml" Id="R800462d35dce4c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page-title">
            <a:extLst xmlns:a="http://schemas.openxmlformats.org/drawingml/2006/main">
              <a:ext uri="{FF2B5EF4-FFF2-40B4-BE49-F238E27FC236}">
                <a16:creationId xmlns:a16="http://schemas.microsoft.com/office/drawing/2014/main" id="{A861F24C-3BF1-46C0-AF07-892EF421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能力通过四圈迭代升级，每一圈都跑完设计、执行、度量、沉淀</a:t>
            </a:r>
          </a:p>
        </p:txBody>
      </p:sp>
      <p:sp>
        <p:nvSpPr>
          <p:cNvPr id="2" name="spiral-frame">
            <a:extLst xmlns:a="http://schemas.openxmlformats.org/drawingml/2006/main">
              <a:ext uri="{FF2B5EF4-FFF2-40B4-BE49-F238E27FC236}">
                <a16:creationId xmlns:a16="http://schemas.microsoft.com/office/drawing/2014/main" id="{4C4249B6-5E26-48E8-AEF4-591F417A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85825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score-frame">
            <a:extLst xmlns:a="http://schemas.openxmlformats.org/drawingml/2006/main">
              <a:ext uri="{FF2B5EF4-FFF2-40B4-BE49-F238E27FC236}">
                <a16:creationId xmlns:a16="http://schemas.microsoft.com/office/drawing/2014/main" id="{C1C0971A-EE0C-49F8-BD42-8401E62E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00150"/>
            <a:ext cx="2019300" cy="45720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4" name="spiral-1">
            <a:extLst xmlns:a="http://schemas.openxmlformats.org/drawingml/2006/main">
              <a:ext uri="{FF2B5EF4-FFF2-40B4-BE49-F238E27FC236}">
                <a16:creationId xmlns:a16="http://schemas.microsoft.com/office/drawing/2014/main" id="{FA938462-9234-45F1-985A-A688D5A0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8263" cy="22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661">
            <a:solidFill>
              <a:srgbClr val="AEB8C6"/>
            </a:solidFill>
            <a:prstDash val="solid"/>
          </a:ln>
        </p:spPr>
      </p:sp>
      <p:sp>
        <p:nvSpPr>
          <p:cNvPr id="5" name="spiral-2">
            <a:extLst xmlns:a="http://schemas.openxmlformats.org/drawingml/2006/main">
              <a:ext uri="{FF2B5EF4-FFF2-40B4-BE49-F238E27FC236}">
                <a16:creationId xmlns:a16="http://schemas.microsoft.com/office/drawing/2014/main" id="{B18C0837-4608-415B-9338-0D336291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513" y="3546830"/>
            <a:ext cx="4754" cy="248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797">
            <a:solidFill>
              <a:srgbClr val="AEB8C6"/>
            </a:solidFill>
            <a:prstDash val="solid"/>
          </a:ln>
        </p:spPr>
      </p:sp>
      <p:sp>
        <p:nvSpPr>
          <p:cNvPr id="6" name="spiral-3">
            <a:extLst xmlns:a="http://schemas.openxmlformats.org/drawingml/2006/main">
              <a:ext uri="{FF2B5EF4-FFF2-40B4-BE49-F238E27FC236}">
                <a16:creationId xmlns:a16="http://schemas.microsoft.com/office/drawing/2014/main" id="{6F5213B0-427C-4084-8C21-343C9A9D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267" y="3571683"/>
            <a:ext cx="780" cy="26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933">
            <a:solidFill>
              <a:srgbClr val="AEB8C6"/>
            </a:solidFill>
            <a:prstDash val="solid"/>
          </a:ln>
        </p:spPr>
      </p:sp>
      <p:sp>
        <p:nvSpPr>
          <p:cNvPr id="7" name="spiral-4">
            <a:extLst xmlns:a="http://schemas.openxmlformats.org/drawingml/2006/main">
              <a:ext uri="{FF2B5EF4-FFF2-40B4-BE49-F238E27FC236}">
                <a16:creationId xmlns:a16="http://schemas.microsoft.com/office/drawing/2014/main" id="{5009FFB8-F1CF-4CE3-9A23-88D0EEE9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72477" y="3598245"/>
            <a:ext cx="3569" cy="2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69">
            <a:solidFill>
              <a:srgbClr val="AEB8C6"/>
            </a:solidFill>
            <a:prstDash val="solid"/>
          </a:ln>
        </p:spPr>
      </p:sp>
      <p:sp>
        <p:nvSpPr>
          <p:cNvPr id="8" name="spiral-5">
            <a:extLst xmlns:a="http://schemas.openxmlformats.org/drawingml/2006/main">
              <a:ext uri="{FF2B5EF4-FFF2-40B4-BE49-F238E27FC236}">
                <a16:creationId xmlns:a16="http://schemas.microsoft.com/office/drawing/2014/main" id="{DFC99B30-825C-4EF2-ADE2-784D8D8B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64291" y="3625871"/>
            <a:ext cx="8186" cy="279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205">
            <a:solidFill>
              <a:srgbClr val="AEB8C6"/>
            </a:solidFill>
            <a:prstDash val="solid"/>
          </a:ln>
        </p:spPr>
      </p:sp>
      <p:sp>
        <p:nvSpPr>
          <p:cNvPr id="9" name="spiral-6">
            <a:extLst xmlns:a="http://schemas.openxmlformats.org/drawingml/2006/main">
              <a:ext uri="{FF2B5EF4-FFF2-40B4-BE49-F238E27FC236}">
                <a16:creationId xmlns:a16="http://schemas.microsoft.com/office/drawing/2014/main" id="{39463D17-822E-4DD8-BE8C-C70B2730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51337" y="3653841"/>
            <a:ext cx="12953" cy="275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341">
            <a:solidFill>
              <a:srgbClr val="AEB8C6"/>
            </a:solidFill>
            <a:prstDash val="solid"/>
          </a:ln>
        </p:spPr>
      </p:sp>
      <p:sp>
        <p:nvSpPr>
          <p:cNvPr id="10" name="spiral-7">
            <a:extLst xmlns:a="http://schemas.openxmlformats.org/drawingml/2006/main">
              <a:ext uri="{FF2B5EF4-FFF2-40B4-BE49-F238E27FC236}">
                <a16:creationId xmlns:a16="http://schemas.microsoft.com/office/drawing/2014/main" id="{8C7A2753-48A8-4001-944B-746DBA93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33594" y="3681388"/>
            <a:ext cx="17743" cy="26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11" name="spiral-8">
            <a:extLst xmlns:a="http://schemas.openxmlformats.org/drawingml/2006/main">
              <a:ext uri="{FF2B5EF4-FFF2-40B4-BE49-F238E27FC236}">
                <a16:creationId xmlns:a16="http://schemas.microsoft.com/office/drawing/2014/main" id="{26FB67AF-16A5-4EF1-83AB-F5B0426E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11172" y="3707709"/>
            <a:ext cx="22423" cy="242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614">
            <a:solidFill>
              <a:srgbClr val="AEB8C6"/>
            </a:solidFill>
            <a:prstDash val="solid"/>
          </a:ln>
        </p:spPr>
      </p:sp>
      <p:sp>
        <p:nvSpPr>
          <p:cNvPr id="12" name="spiral-9">
            <a:extLst xmlns:a="http://schemas.openxmlformats.org/drawingml/2006/main">
              <a:ext uri="{FF2B5EF4-FFF2-40B4-BE49-F238E27FC236}">
                <a16:creationId xmlns:a16="http://schemas.microsoft.com/office/drawing/2014/main" id="{B849BD8F-127D-4B10-991B-952CAF36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84315" y="3731991"/>
            <a:ext cx="26857" cy="2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750">
            <a:solidFill>
              <a:srgbClr val="AEB8C6"/>
            </a:solidFill>
            <a:prstDash val="solid"/>
          </a:ln>
        </p:spPr>
      </p:sp>
      <p:sp>
        <p:nvSpPr>
          <p:cNvPr id="13" name="spiral-10">
            <a:extLst xmlns:a="http://schemas.openxmlformats.org/drawingml/2006/main">
              <a:ext uri="{FF2B5EF4-FFF2-40B4-BE49-F238E27FC236}">
                <a16:creationId xmlns:a16="http://schemas.microsoft.com/office/drawing/2014/main" id="{2EE23EB2-2170-4A9E-BC86-1E470C32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53404" y="3753430"/>
            <a:ext cx="30911" cy="17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886">
            <a:solidFill>
              <a:srgbClr val="AEB8C6"/>
            </a:solidFill>
            <a:prstDash val="solid"/>
          </a:ln>
        </p:spPr>
      </p:sp>
      <p:sp>
        <p:nvSpPr>
          <p:cNvPr id="14" name="spiral-11">
            <a:extLst xmlns:a="http://schemas.openxmlformats.org/drawingml/2006/main">
              <a:ext uri="{FF2B5EF4-FFF2-40B4-BE49-F238E27FC236}">
                <a16:creationId xmlns:a16="http://schemas.microsoft.com/office/drawing/2014/main" id="{1B2E6164-9576-44CB-B318-4CF1276D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18947" y="3771255"/>
            <a:ext cx="34457" cy="134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22">
            <a:solidFill>
              <a:srgbClr val="AEB8C6"/>
            </a:solidFill>
            <a:prstDash val="solid"/>
          </a:ln>
        </p:spPr>
      </p:sp>
      <p:sp>
        <p:nvSpPr>
          <p:cNvPr id="15" name="spiral-12">
            <a:extLst xmlns:a="http://schemas.openxmlformats.org/drawingml/2006/main">
              <a:ext uri="{FF2B5EF4-FFF2-40B4-BE49-F238E27FC236}">
                <a16:creationId xmlns:a16="http://schemas.microsoft.com/office/drawing/2014/main" id="{5EC28C84-8F6B-4F6E-A713-8753B4B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81575" y="3784748"/>
            <a:ext cx="37372" cy="85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158">
            <a:solidFill>
              <a:srgbClr val="AEB8C6"/>
            </a:solidFill>
            <a:prstDash val="solid"/>
          </a:ln>
        </p:spPr>
      </p:sp>
      <p:sp>
        <p:nvSpPr>
          <p:cNvPr id="16" name="spiral-13">
            <a:extLst xmlns:a="http://schemas.openxmlformats.org/drawingml/2006/main">
              <a:ext uri="{FF2B5EF4-FFF2-40B4-BE49-F238E27FC236}">
                <a16:creationId xmlns:a16="http://schemas.microsoft.com/office/drawing/2014/main" id="{86B1B6B9-F6EC-4B66-8757-BF83F75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42030" y="3793267"/>
            <a:ext cx="39546" cy="29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294">
            <a:solidFill>
              <a:srgbClr val="AEB8C6"/>
            </a:solidFill>
            <a:prstDash val="solid"/>
          </a:ln>
        </p:spPr>
      </p:sp>
      <p:sp>
        <p:nvSpPr>
          <p:cNvPr id="17" name="spiral-14">
            <a:extLst xmlns:a="http://schemas.openxmlformats.org/drawingml/2006/main">
              <a:ext uri="{FF2B5EF4-FFF2-40B4-BE49-F238E27FC236}">
                <a16:creationId xmlns:a16="http://schemas.microsoft.com/office/drawing/2014/main" id="{B3978AB6-1E30-4738-80D2-334FACE2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146" y="3793302"/>
            <a:ext cx="40884" cy="29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EB8C6"/>
            </a:solidFill>
            <a:prstDash val="solid"/>
          </a:ln>
        </p:spPr>
      </p:sp>
      <p:sp>
        <p:nvSpPr>
          <p:cNvPr id="18" name="spiral-15">
            <a:extLst xmlns:a="http://schemas.openxmlformats.org/drawingml/2006/main">
              <a:ext uri="{FF2B5EF4-FFF2-40B4-BE49-F238E27FC236}">
                <a16:creationId xmlns:a16="http://schemas.microsoft.com/office/drawing/2014/main" id="{B8E36F54-7F1A-44E5-BC51-6D0802EC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838" y="3784078"/>
            <a:ext cx="41308" cy="92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66">
            <a:solidFill>
              <a:srgbClr val="AEB8C6"/>
            </a:solidFill>
            <a:prstDash val="solid"/>
          </a:ln>
        </p:spPr>
      </p:sp>
      <p:sp>
        <p:nvSpPr>
          <p:cNvPr id="19" name="spiral-16">
            <a:extLst xmlns:a="http://schemas.openxmlformats.org/drawingml/2006/main">
              <a:ext uri="{FF2B5EF4-FFF2-40B4-BE49-F238E27FC236}">
                <a16:creationId xmlns:a16="http://schemas.microsoft.com/office/drawing/2014/main" id="{88562D2F-90E8-4B61-AFC6-5E512B0D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78" y="3768427"/>
            <a:ext cx="40760" cy="156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702">
            <a:solidFill>
              <a:srgbClr val="AEB8C6"/>
            </a:solidFill>
            <a:prstDash val="solid"/>
          </a:ln>
        </p:spPr>
      </p:sp>
      <p:sp>
        <p:nvSpPr>
          <p:cNvPr id="20" name="spiral-17">
            <a:extLst xmlns:a="http://schemas.openxmlformats.org/drawingml/2006/main">
              <a:ext uri="{FF2B5EF4-FFF2-40B4-BE49-F238E27FC236}">
                <a16:creationId xmlns:a16="http://schemas.microsoft.com/office/drawing/2014/main" id="{0E78AEB5-13F7-40C9-9FF3-A2E57980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872" y="3746337"/>
            <a:ext cx="39206" cy="220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838">
            <a:solidFill>
              <a:srgbClr val="AEB8C6"/>
            </a:solidFill>
            <a:prstDash val="solid"/>
          </a:ln>
        </p:spPr>
      </p:sp>
      <p:sp>
        <p:nvSpPr>
          <p:cNvPr id="21" name="spiral-18">
            <a:extLst xmlns:a="http://schemas.openxmlformats.org/drawingml/2006/main">
              <a:ext uri="{FF2B5EF4-FFF2-40B4-BE49-F238E27FC236}">
                <a16:creationId xmlns:a16="http://schemas.microsoft.com/office/drawing/2014/main" id="{3BB51A87-697A-4B03-AF3D-2205CA1B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240" y="3717954"/>
            <a:ext cx="36632" cy="283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74">
            <a:solidFill>
              <a:srgbClr val="AEB8C6"/>
            </a:solidFill>
            <a:prstDash val="solid"/>
          </a:ln>
        </p:spPr>
      </p:sp>
      <p:sp>
        <p:nvSpPr>
          <p:cNvPr id="22" name="spiral-19">
            <a:extLst xmlns:a="http://schemas.openxmlformats.org/drawingml/2006/main">
              <a:ext uri="{FF2B5EF4-FFF2-40B4-BE49-F238E27FC236}">
                <a16:creationId xmlns:a16="http://schemas.microsoft.com/office/drawing/2014/main" id="{E62EBCD2-6A37-428F-B5C3-F96B438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187" y="3683584"/>
            <a:ext cx="33053" cy="343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110">
            <a:solidFill>
              <a:srgbClr val="AEB8C6"/>
            </a:solidFill>
            <a:prstDash val="solid"/>
          </a:ln>
        </p:spPr>
      </p:sp>
      <p:sp>
        <p:nvSpPr>
          <p:cNvPr id="23" name="spiral-20">
            <a:extLst xmlns:a="http://schemas.openxmlformats.org/drawingml/2006/main">
              <a:ext uri="{FF2B5EF4-FFF2-40B4-BE49-F238E27FC236}">
                <a16:creationId xmlns:a16="http://schemas.microsoft.com/office/drawing/2014/main" id="{1080C154-015A-4EE1-8637-6113B052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680" y="3643694"/>
            <a:ext cx="28507" cy="398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246">
            <a:solidFill>
              <a:srgbClr val="AEB8C6"/>
            </a:solidFill>
            <a:prstDash val="solid"/>
          </a:ln>
        </p:spPr>
      </p:sp>
      <p:sp>
        <p:nvSpPr>
          <p:cNvPr id="24" name="spiral-21">
            <a:extLst xmlns:a="http://schemas.openxmlformats.org/drawingml/2006/main">
              <a:ext uri="{FF2B5EF4-FFF2-40B4-BE49-F238E27FC236}">
                <a16:creationId xmlns:a16="http://schemas.microsoft.com/office/drawing/2014/main" id="{8D924767-23ED-4C09-A979-3CE3A33C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624" y="3598905"/>
            <a:ext cx="23056" cy="447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EB8C6"/>
            </a:solidFill>
            <a:prstDash val="solid"/>
          </a:ln>
        </p:spPr>
      </p:sp>
      <p:sp>
        <p:nvSpPr>
          <p:cNvPr id="25" name="spiral-22">
            <a:extLst xmlns:a="http://schemas.openxmlformats.org/drawingml/2006/main">
              <a:ext uri="{FF2B5EF4-FFF2-40B4-BE49-F238E27FC236}">
                <a16:creationId xmlns:a16="http://schemas.microsoft.com/office/drawing/2014/main" id="{3C879DED-6CAB-4CDF-96D9-128356A8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834" y="3549984"/>
            <a:ext cx="16790" cy="489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19">
            <a:solidFill>
              <a:srgbClr val="AEB8C6"/>
            </a:solidFill>
            <a:prstDash val="solid"/>
          </a:ln>
        </p:spPr>
      </p:sp>
      <p:sp>
        <p:nvSpPr>
          <p:cNvPr id="26" name="spiral-23">
            <a:extLst xmlns:a="http://schemas.openxmlformats.org/drawingml/2006/main">
              <a:ext uri="{FF2B5EF4-FFF2-40B4-BE49-F238E27FC236}">
                <a16:creationId xmlns:a16="http://schemas.microsoft.com/office/drawing/2014/main" id="{AFCC7F16-1CF0-430C-ACA2-46D0D7C6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017" y="3497829"/>
            <a:ext cx="9818" cy="521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55">
            <a:solidFill>
              <a:srgbClr val="AEB8C6"/>
            </a:solidFill>
            <a:prstDash val="solid"/>
          </a:ln>
        </p:spPr>
      </p:sp>
      <p:sp>
        <p:nvSpPr>
          <p:cNvPr id="27" name="spiral-24">
            <a:extLst xmlns:a="http://schemas.openxmlformats.org/drawingml/2006/main">
              <a:ext uri="{FF2B5EF4-FFF2-40B4-BE49-F238E27FC236}">
                <a16:creationId xmlns:a16="http://schemas.microsoft.com/office/drawing/2014/main" id="{A5273E39-80D9-4C18-A2F9-C3977724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744" y="3443456"/>
            <a:ext cx="2272" cy="543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91">
            <a:solidFill>
              <a:srgbClr val="AEB8C6"/>
            </a:solidFill>
            <a:prstDash val="solid"/>
          </a:ln>
        </p:spPr>
      </p:sp>
      <p:sp>
        <p:nvSpPr>
          <p:cNvPr id="28" name="spiral-25">
            <a:extLst xmlns:a="http://schemas.openxmlformats.org/drawingml/2006/main">
              <a:ext uri="{FF2B5EF4-FFF2-40B4-BE49-F238E27FC236}">
                <a16:creationId xmlns:a16="http://schemas.microsoft.com/office/drawing/2014/main" id="{4BEB3A5C-3FEC-4755-9F18-79C46296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29744" y="3387976"/>
            <a:ext cx="5695" cy="55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927">
            <a:solidFill>
              <a:srgbClr val="AEB8C6"/>
            </a:solidFill>
            <a:prstDash val="solid"/>
          </a:ln>
        </p:spPr>
      </p:sp>
      <p:sp>
        <p:nvSpPr>
          <p:cNvPr id="29" name="spiral-26">
            <a:extLst xmlns:a="http://schemas.openxmlformats.org/drawingml/2006/main">
              <a:ext uri="{FF2B5EF4-FFF2-40B4-BE49-F238E27FC236}">
                <a16:creationId xmlns:a16="http://schemas.microsoft.com/office/drawing/2014/main" id="{742A660D-CDD0-4069-84A5-50FFE99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35440" y="3332574"/>
            <a:ext cx="13920" cy="55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063">
            <a:solidFill>
              <a:srgbClr val="AEB8C6"/>
            </a:solidFill>
            <a:prstDash val="solid"/>
          </a:ln>
        </p:spPr>
      </p:sp>
      <p:sp>
        <p:nvSpPr>
          <p:cNvPr id="30" name="spiral-27">
            <a:extLst xmlns:a="http://schemas.openxmlformats.org/drawingml/2006/main">
              <a:ext uri="{FF2B5EF4-FFF2-40B4-BE49-F238E27FC236}">
                <a16:creationId xmlns:a16="http://schemas.microsoft.com/office/drawing/2014/main" id="{79E1EF04-B621-4A99-ADEA-D859D1E0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49360" y="3278484"/>
            <a:ext cx="22222" cy="540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199">
            <a:solidFill>
              <a:srgbClr val="AEB8C6"/>
            </a:solidFill>
            <a:prstDash val="solid"/>
          </a:ln>
        </p:spPr>
      </p:sp>
      <p:sp>
        <p:nvSpPr>
          <p:cNvPr id="31" name="spiral-28">
            <a:extLst xmlns:a="http://schemas.openxmlformats.org/drawingml/2006/main">
              <a:ext uri="{FF2B5EF4-FFF2-40B4-BE49-F238E27FC236}">
                <a16:creationId xmlns:a16="http://schemas.microsoft.com/office/drawing/2014/main" id="{2A2C553A-C884-4583-9431-FE5430CE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71582" y="3226961"/>
            <a:ext cx="30417" cy="51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EB8C6"/>
            </a:solidFill>
            <a:prstDash val="solid"/>
          </a:ln>
        </p:spPr>
      </p:sp>
      <p:sp>
        <p:nvSpPr>
          <p:cNvPr id="32" name="spiral-29">
            <a:extLst xmlns:a="http://schemas.openxmlformats.org/drawingml/2006/main">
              <a:ext uri="{FF2B5EF4-FFF2-40B4-BE49-F238E27FC236}">
                <a16:creationId xmlns:a16="http://schemas.microsoft.com/office/drawing/2014/main" id="{50E93C81-DED2-4EF4-858A-91254BAC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01999" y="3179255"/>
            <a:ext cx="38311" cy="477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471">
            <a:solidFill>
              <a:srgbClr val="AEB8C6"/>
            </a:solidFill>
            <a:prstDash val="solid"/>
          </a:ln>
        </p:spPr>
      </p:sp>
      <p:sp>
        <p:nvSpPr>
          <p:cNvPr id="33" name="spiral-30">
            <a:extLst xmlns:a="http://schemas.openxmlformats.org/drawingml/2006/main">
              <a:ext uri="{FF2B5EF4-FFF2-40B4-BE49-F238E27FC236}">
                <a16:creationId xmlns:a16="http://schemas.microsoft.com/office/drawing/2014/main" id="{2FB73B70-2812-474D-9CB7-010275C8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40310" y="3136576"/>
            <a:ext cx="45716" cy="42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607">
            <a:solidFill>
              <a:srgbClr val="AEB8C6"/>
            </a:solidFill>
            <a:prstDash val="solid"/>
          </a:ln>
        </p:spPr>
      </p:sp>
      <p:sp>
        <p:nvSpPr>
          <p:cNvPr id="34" name="spiral-31">
            <a:extLst xmlns:a="http://schemas.openxmlformats.org/drawingml/2006/main">
              <a:ext uri="{FF2B5EF4-FFF2-40B4-BE49-F238E27FC236}">
                <a16:creationId xmlns:a16="http://schemas.microsoft.com/office/drawing/2014/main" id="{00173CF5-A2A3-4F24-98DC-010F8CF7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86027" y="3100074"/>
            <a:ext cx="52445" cy="365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743">
            <a:solidFill>
              <a:srgbClr val="AEB8C6"/>
            </a:solidFill>
            <a:prstDash val="solid"/>
          </a:ln>
        </p:spPr>
      </p:sp>
      <p:sp>
        <p:nvSpPr>
          <p:cNvPr id="35" name="spiral-32">
            <a:extLst xmlns:a="http://schemas.openxmlformats.org/drawingml/2006/main">
              <a:ext uri="{FF2B5EF4-FFF2-40B4-BE49-F238E27FC236}">
                <a16:creationId xmlns:a16="http://schemas.microsoft.com/office/drawing/2014/main" id="{9F60E104-DFEF-42AB-A48C-13CB9E98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38472" y="3070802"/>
            <a:ext cx="58321" cy="292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879">
            <a:solidFill>
              <a:srgbClr val="AEB8C6"/>
            </a:solidFill>
            <a:prstDash val="solid"/>
          </a:ln>
        </p:spPr>
      </p:sp>
      <p:sp>
        <p:nvSpPr>
          <p:cNvPr id="36" name="spiral-33">
            <a:extLst xmlns:a="http://schemas.openxmlformats.org/drawingml/2006/main">
              <a:ext uri="{FF2B5EF4-FFF2-40B4-BE49-F238E27FC236}">
                <a16:creationId xmlns:a16="http://schemas.microsoft.com/office/drawing/2014/main" id="{10A14B5A-DA9B-41A1-B1CA-BA260462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96793" y="3049692"/>
            <a:ext cx="63179" cy="211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AEB8C6"/>
            </a:solidFill>
            <a:prstDash val="solid"/>
          </a:ln>
        </p:spPr>
      </p:sp>
      <p:sp>
        <p:nvSpPr>
          <p:cNvPr id="37" name="spiral-34">
            <a:extLst xmlns:a="http://schemas.openxmlformats.org/drawingml/2006/main">
              <a:ext uri="{FF2B5EF4-FFF2-40B4-BE49-F238E27FC236}">
                <a16:creationId xmlns:a16="http://schemas.microsoft.com/office/drawing/2014/main" id="{19B9CBB5-0606-4804-80D2-1CB3B600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59972" y="3037534"/>
            <a:ext cx="66875" cy="121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151">
            <a:solidFill>
              <a:srgbClr val="AEB8C6"/>
            </a:solidFill>
            <a:prstDash val="solid"/>
          </a:ln>
        </p:spPr>
      </p:sp>
      <p:sp>
        <p:nvSpPr>
          <p:cNvPr id="38" name="spiral-35">
            <a:extLst xmlns:a="http://schemas.openxmlformats.org/drawingml/2006/main">
              <a:ext uri="{FF2B5EF4-FFF2-40B4-BE49-F238E27FC236}">
                <a16:creationId xmlns:a16="http://schemas.microsoft.com/office/drawing/2014/main" id="{380B24A5-F92D-4B0A-A9E4-38AD5D27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6847" y="3034944"/>
            <a:ext cx="69281" cy="25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EB8C6"/>
            </a:solidFill>
            <a:prstDash val="solid"/>
          </a:ln>
        </p:spPr>
      </p:sp>
      <p:sp>
        <p:nvSpPr>
          <p:cNvPr id="39" name="spiral-36">
            <a:extLst xmlns:a="http://schemas.openxmlformats.org/drawingml/2006/main">
              <a:ext uri="{FF2B5EF4-FFF2-40B4-BE49-F238E27FC236}">
                <a16:creationId xmlns:a16="http://schemas.microsoft.com/office/drawing/2014/main" id="{CFF3AFAE-B2C9-4757-B1B1-EDF650C6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128" y="3034944"/>
            <a:ext cx="70300" cy="74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424">
            <a:solidFill>
              <a:srgbClr val="AEB8C6"/>
            </a:solidFill>
            <a:prstDash val="solid"/>
          </a:ln>
        </p:spPr>
      </p:sp>
      <p:sp>
        <p:nvSpPr>
          <p:cNvPr id="40" name="spiral-37">
            <a:extLst xmlns:a="http://schemas.openxmlformats.org/drawingml/2006/main">
              <a:ext uri="{FF2B5EF4-FFF2-40B4-BE49-F238E27FC236}">
                <a16:creationId xmlns:a16="http://schemas.microsoft.com/office/drawing/2014/main" id="{905B03C6-2338-4A4A-87A2-3F2288CC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428" y="3042353"/>
            <a:ext cx="69858" cy="176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60">
            <a:solidFill>
              <a:srgbClr val="AEB8C6"/>
            </a:solidFill>
            <a:prstDash val="solid"/>
          </a:ln>
        </p:spPr>
      </p:sp>
      <p:sp>
        <p:nvSpPr>
          <p:cNvPr id="41" name="spiral-38">
            <a:extLst xmlns:a="http://schemas.openxmlformats.org/drawingml/2006/main">
              <a:ext uri="{FF2B5EF4-FFF2-40B4-BE49-F238E27FC236}">
                <a16:creationId xmlns:a16="http://schemas.microsoft.com/office/drawing/2014/main" id="{9BE29E3E-5A54-45FE-897A-7DC6974F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285" y="3059989"/>
            <a:ext cx="67912" cy="278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696">
            <a:solidFill>
              <a:srgbClr val="AEB8C6"/>
            </a:solidFill>
            <a:prstDash val="solid"/>
          </a:ln>
        </p:spPr>
      </p:sp>
      <p:sp>
        <p:nvSpPr>
          <p:cNvPr id="42" name="spiral-39">
            <a:extLst xmlns:a="http://schemas.openxmlformats.org/drawingml/2006/main">
              <a:ext uri="{FF2B5EF4-FFF2-40B4-BE49-F238E27FC236}">
                <a16:creationId xmlns:a16="http://schemas.microsoft.com/office/drawing/2014/main" id="{9FEF89F2-758B-464F-98D4-81A4A805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198" y="3087862"/>
            <a:ext cx="64454" cy="378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2">
            <a:solidFill>
              <a:srgbClr val="AEB8C6"/>
            </a:solidFill>
            <a:prstDash val="solid"/>
          </a:ln>
        </p:spPr>
      </p:sp>
      <p:sp>
        <p:nvSpPr>
          <p:cNvPr id="43" name="spiral-40">
            <a:extLst xmlns:a="http://schemas.openxmlformats.org/drawingml/2006/main">
              <a:ext uri="{FF2B5EF4-FFF2-40B4-BE49-F238E27FC236}">
                <a16:creationId xmlns:a16="http://schemas.microsoft.com/office/drawing/2014/main" id="{D21BBE06-B7B8-4A63-BEAE-4E4D28D2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52" y="3125760"/>
            <a:ext cx="59506" cy="47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68">
            <a:solidFill>
              <a:srgbClr val="AEB8C6"/>
            </a:solidFill>
            <a:prstDash val="solid"/>
          </a:ln>
        </p:spPr>
      </p:sp>
      <p:sp>
        <p:nvSpPr>
          <p:cNvPr id="44" name="spiral-41">
            <a:extLst xmlns:a="http://schemas.openxmlformats.org/drawingml/2006/main">
              <a:ext uri="{FF2B5EF4-FFF2-40B4-BE49-F238E27FC236}">
                <a16:creationId xmlns:a16="http://schemas.microsoft.com/office/drawing/2014/main" id="{2C2CF5E7-8B95-489F-BB9C-839EBB0A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158" y="3173248"/>
            <a:ext cx="53125" cy="564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104">
            <a:solidFill>
              <a:srgbClr val="AEB8C6"/>
            </a:solidFill>
            <a:prstDash val="solid"/>
          </a:ln>
        </p:spPr>
      </p:sp>
      <p:sp>
        <p:nvSpPr>
          <p:cNvPr id="45" name="spiral-42">
            <a:extLst xmlns:a="http://schemas.openxmlformats.org/drawingml/2006/main">
              <a:ext uri="{FF2B5EF4-FFF2-40B4-BE49-F238E27FC236}">
                <a16:creationId xmlns:a16="http://schemas.microsoft.com/office/drawing/2014/main" id="{F8B619B7-2F36-47B6-AC72-1C4EB87E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283" y="3229666"/>
            <a:ext cx="45401" cy="64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EB8C6"/>
            </a:solidFill>
            <a:prstDash val="solid"/>
          </a:ln>
        </p:spPr>
      </p:sp>
      <p:sp>
        <p:nvSpPr>
          <p:cNvPr id="46" name="spiral-43">
            <a:extLst xmlns:a="http://schemas.openxmlformats.org/drawingml/2006/main">
              <a:ext uri="{FF2B5EF4-FFF2-40B4-BE49-F238E27FC236}">
                <a16:creationId xmlns:a16="http://schemas.microsoft.com/office/drawing/2014/main" id="{EBA8F4E3-EB43-4158-BE44-0F2D3933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684" y="3294141"/>
            <a:ext cx="36456" cy="71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376">
            <a:solidFill>
              <a:srgbClr val="AEB8C6"/>
            </a:solidFill>
            <a:prstDash val="solid"/>
          </a:ln>
        </p:spPr>
      </p:sp>
      <p:sp>
        <p:nvSpPr>
          <p:cNvPr id="47" name="spiral-44">
            <a:extLst xmlns:a="http://schemas.openxmlformats.org/drawingml/2006/main">
              <a:ext uri="{FF2B5EF4-FFF2-40B4-BE49-F238E27FC236}">
                <a16:creationId xmlns:a16="http://schemas.microsoft.com/office/drawing/2014/main" id="{6FCDF92D-49FD-4FB3-B353-619F707D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140" y="3365597"/>
            <a:ext cx="26441" cy="771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512">
            <a:solidFill>
              <a:srgbClr val="AEB8C6"/>
            </a:solidFill>
            <a:prstDash val="solid"/>
          </a:ln>
        </p:spPr>
      </p:sp>
      <p:sp>
        <p:nvSpPr>
          <p:cNvPr id="48" name="spiral-45">
            <a:extLst xmlns:a="http://schemas.openxmlformats.org/drawingml/2006/main">
              <a:ext uri="{FF2B5EF4-FFF2-40B4-BE49-F238E27FC236}">
                <a16:creationId xmlns:a16="http://schemas.microsoft.com/office/drawing/2014/main" id="{206A933A-B9D7-49CC-B59A-268E8D9C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581" y="3442774"/>
            <a:ext cx="15539" cy="81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48">
            <a:solidFill>
              <a:srgbClr val="AEB8C6"/>
            </a:solidFill>
            <a:prstDash val="solid"/>
          </a:ln>
        </p:spPr>
      </p:sp>
      <p:sp>
        <p:nvSpPr>
          <p:cNvPr id="49" name="spiral-46">
            <a:extLst xmlns:a="http://schemas.openxmlformats.org/drawingml/2006/main">
              <a:ext uri="{FF2B5EF4-FFF2-40B4-BE49-F238E27FC236}">
                <a16:creationId xmlns:a16="http://schemas.microsoft.com/office/drawing/2014/main" id="{2AB5D94E-4A97-482A-9596-C15287F3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20" y="3524250"/>
            <a:ext cx="3953" cy="842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784">
            <a:solidFill>
              <a:srgbClr val="7FA1C2"/>
            </a:solidFill>
            <a:prstDash val="solid"/>
          </a:ln>
        </p:spPr>
      </p:sp>
      <p:sp>
        <p:nvSpPr>
          <p:cNvPr id="50" name="spiral-47">
            <a:extLst xmlns:a="http://schemas.openxmlformats.org/drawingml/2006/main">
              <a:ext uri="{FF2B5EF4-FFF2-40B4-BE49-F238E27FC236}">
                <a16:creationId xmlns:a16="http://schemas.microsoft.com/office/drawing/2014/main" id="{6C31A750-848F-4D14-8CF8-3E776880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00981" y="3608465"/>
            <a:ext cx="8092" cy="852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920">
            <a:solidFill>
              <a:srgbClr val="7FA1C2"/>
            </a:solidFill>
            <a:prstDash val="solid"/>
          </a:ln>
        </p:spPr>
      </p:sp>
      <p:sp>
        <p:nvSpPr>
          <p:cNvPr id="51" name="spiral-48">
            <a:extLst xmlns:a="http://schemas.openxmlformats.org/drawingml/2006/main">
              <a:ext uri="{FF2B5EF4-FFF2-40B4-BE49-F238E27FC236}">
                <a16:creationId xmlns:a16="http://schemas.microsoft.com/office/drawing/2014/main" id="{C6A61EB7-062D-4763-A4C1-E3EF702A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80629" y="3693754"/>
            <a:ext cx="20353" cy="846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056">
            <a:solidFill>
              <a:srgbClr val="7FA1C2"/>
            </a:solidFill>
            <a:prstDash val="solid"/>
          </a:ln>
        </p:spPr>
      </p:sp>
      <p:sp>
        <p:nvSpPr>
          <p:cNvPr id="52" name="spiral-49">
            <a:extLst xmlns:a="http://schemas.openxmlformats.org/drawingml/2006/main">
              <a:ext uri="{FF2B5EF4-FFF2-40B4-BE49-F238E27FC236}">
                <a16:creationId xmlns:a16="http://schemas.microsoft.com/office/drawing/2014/main" id="{EBA6645F-DD18-4AA5-8FEF-EE76FF34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8052" y="3778377"/>
            <a:ext cx="32576" cy="821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7FA1C2"/>
            </a:solidFill>
            <a:prstDash val="solid"/>
          </a:ln>
        </p:spPr>
      </p:sp>
      <p:sp>
        <p:nvSpPr>
          <p:cNvPr id="53" name="spiral-50">
            <a:extLst xmlns:a="http://schemas.openxmlformats.org/drawingml/2006/main">
              <a:ext uri="{FF2B5EF4-FFF2-40B4-BE49-F238E27FC236}">
                <a16:creationId xmlns:a16="http://schemas.microsoft.com/office/drawing/2014/main" id="{8BEDD5B1-387F-4BD6-A4A4-77E9303D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03549" y="3860556"/>
            <a:ext cx="44503" cy="779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329">
            <a:solidFill>
              <a:srgbClr val="7FA1C2"/>
            </a:solidFill>
            <a:prstDash val="solid"/>
          </a:ln>
        </p:spPr>
      </p:sp>
      <p:sp>
        <p:nvSpPr>
          <p:cNvPr id="54" name="spiral-51">
            <a:extLst xmlns:a="http://schemas.openxmlformats.org/drawingml/2006/main">
              <a:ext uri="{FF2B5EF4-FFF2-40B4-BE49-F238E27FC236}">
                <a16:creationId xmlns:a16="http://schemas.microsoft.com/office/drawing/2014/main" id="{3B84AC08-99F1-4FDE-A4E0-958BA0FD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47675" y="3938513"/>
            <a:ext cx="55874" cy="719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65">
            <a:solidFill>
              <a:srgbClr val="7FA1C2"/>
            </a:solidFill>
            <a:prstDash val="solid"/>
          </a:ln>
        </p:spPr>
      </p:sp>
      <p:sp>
        <p:nvSpPr>
          <p:cNvPr id="55" name="spiral-52">
            <a:extLst xmlns:a="http://schemas.openxmlformats.org/drawingml/2006/main">
              <a:ext uri="{FF2B5EF4-FFF2-40B4-BE49-F238E27FC236}">
                <a16:creationId xmlns:a16="http://schemas.microsoft.com/office/drawing/2014/main" id="{03528C4A-586A-42C9-9628-ED6BD7F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81244" y="4010504"/>
            <a:ext cx="66431" cy="6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601">
            <a:solidFill>
              <a:srgbClr val="7FA1C2"/>
            </a:solidFill>
            <a:prstDash val="solid"/>
          </a:ln>
        </p:spPr>
      </p:sp>
      <p:sp>
        <p:nvSpPr>
          <p:cNvPr id="56" name="spiral-53">
            <a:extLst xmlns:a="http://schemas.openxmlformats.org/drawingml/2006/main">
              <a:ext uri="{FF2B5EF4-FFF2-40B4-BE49-F238E27FC236}">
                <a16:creationId xmlns:a16="http://schemas.microsoft.com/office/drawing/2014/main" id="{BAAFAA34-A926-4999-A098-FD5709C9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05313" y="4074865"/>
            <a:ext cx="75931" cy="55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737">
            <a:solidFill>
              <a:srgbClr val="7FA1C2"/>
            </a:solidFill>
            <a:prstDash val="solid"/>
          </a:ln>
        </p:spPr>
      </p:sp>
      <p:sp>
        <p:nvSpPr>
          <p:cNvPr id="57" name="spiral-54">
            <a:extLst xmlns:a="http://schemas.openxmlformats.org/drawingml/2006/main">
              <a:ext uri="{FF2B5EF4-FFF2-40B4-BE49-F238E27FC236}">
                <a16:creationId xmlns:a16="http://schemas.microsoft.com/office/drawing/2014/main" id="{1B3F126B-8E3A-47D2-B379-B687B09E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21170" y="4130040"/>
            <a:ext cx="84144" cy="445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873">
            <a:solidFill>
              <a:srgbClr val="7FA1C2"/>
            </a:solidFill>
            <a:prstDash val="solid"/>
          </a:ln>
        </p:spPr>
      </p:sp>
      <p:sp>
        <p:nvSpPr>
          <p:cNvPr id="58" name="spiral-55">
            <a:extLst xmlns:a="http://schemas.openxmlformats.org/drawingml/2006/main">
              <a:ext uri="{FF2B5EF4-FFF2-40B4-BE49-F238E27FC236}">
                <a16:creationId xmlns:a16="http://schemas.microsoft.com/office/drawing/2014/main" id="{FBD6320A-5A53-44DC-B646-DA3B237A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30307" y="4174625"/>
            <a:ext cx="90862" cy="327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009">
            <a:solidFill>
              <a:srgbClr val="7FA1C2"/>
            </a:solidFill>
            <a:prstDash val="solid"/>
          </a:ln>
        </p:spPr>
      </p:sp>
      <p:sp>
        <p:nvSpPr>
          <p:cNvPr id="59" name="spiral-56">
            <a:extLst xmlns:a="http://schemas.openxmlformats.org/drawingml/2006/main">
              <a:ext uri="{FF2B5EF4-FFF2-40B4-BE49-F238E27FC236}">
                <a16:creationId xmlns:a16="http://schemas.microsoft.com/office/drawing/2014/main" id="{C6693716-15B3-46EC-B86D-477B49A6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34403" y="4207397"/>
            <a:ext cx="95905" cy="199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FA1C2"/>
            </a:solidFill>
            <a:prstDash val="solid"/>
          </a:ln>
        </p:spPr>
      </p:sp>
      <p:sp>
        <p:nvSpPr>
          <p:cNvPr id="60" name="spiral-57">
            <a:extLst xmlns:a="http://schemas.openxmlformats.org/drawingml/2006/main">
              <a:ext uri="{FF2B5EF4-FFF2-40B4-BE49-F238E27FC236}">
                <a16:creationId xmlns:a16="http://schemas.microsoft.com/office/drawing/2014/main" id="{6E479397-FB75-44F3-A24E-94BD7792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35283" y="4227349"/>
            <a:ext cx="99120" cy="63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281">
            <a:solidFill>
              <a:srgbClr val="7FA1C2"/>
            </a:solidFill>
            <a:prstDash val="solid"/>
          </a:ln>
        </p:spPr>
      </p:sp>
      <p:sp>
        <p:nvSpPr>
          <p:cNvPr id="61" name="spiral-58">
            <a:extLst xmlns:a="http://schemas.openxmlformats.org/drawingml/2006/main">
              <a:ext uri="{FF2B5EF4-FFF2-40B4-BE49-F238E27FC236}">
                <a16:creationId xmlns:a16="http://schemas.microsoft.com/office/drawing/2014/main" id="{3370FE84-F968-4CDC-9612-FC970F45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890" y="4225978"/>
            <a:ext cx="100393" cy="77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417">
            <a:solidFill>
              <a:srgbClr val="7FA1C2"/>
            </a:solidFill>
            <a:prstDash val="solid"/>
          </a:ln>
        </p:spPr>
      </p:sp>
      <p:sp>
        <p:nvSpPr>
          <p:cNvPr id="62" name="spiral-59">
            <a:extLst xmlns:a="http://schemas.openxmlformats.org/drawingml/2006/main">
              <a:ext uri="{FF2B5EF4-FFF2-40B4-BE49-F238E27FC236}">
                <a16:creationId xmlns:a16="http://schemas.microsoft.com/office/drawing/2014/main" id="{0C5EDAC6-2342-4B12-A89A-ECB8E600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244" y="4203924"/>
            <a:ext cx="99646" cy="220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553">
            <a:solidFill>
              <a:srgbClr val="7FA1C2"/>
            </a:solidFill>
            <a:prstDash val="solid"/>
          </a:ln>
        </p:spPr>
      </p:sp>
      <p:sp>
        <p:nvSpPr>
          <p:cNvPr id="63" name="spiral-60">
            <a:extLst xmlns:a="http://schemas.openxmlformats.org/drawingml/2006/main">
              <a:ext uri="{FF2B5EF4-FFF2-40B4-BE49-F238E27FC236}">
                <a16:creationId xmlns:a16="http://schemas.microsoft.com/office/drawing/2014/main" id="{96A855C7-0F95-4403-B51F-B8BB6D6B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03" y="4167615"/>
            <a:ext cx="96841" cy="363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689">
            <a:solidFill>
              <a:srgbClr val="7FA1C2"/>
            </a:solidFill>
            <a:prstDash val="solid"/>
          </a:ln>
        </p:spPr>
      </p:sp>
      <p:sp>
        <p:nvSpPr>
          <p:cNvPr id="64" name="spiral-61">
            <a:extLst xmlns:a="http://schemas.openxmlformats.org/drawingml/2006/main">
              <a:ext uri="{FF2B5EF4-FFF2-40B4-BE49-F238E27FC236}">
                <a16:creationId xmlns:a16="http://schemas.microsoft.com/office/drawing/2014/main" id="{478FDD3E-886E-48C0-8A3E-A16C167D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420" y="4117414"/>
            <a:ext cx="91983" cy="502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25">
            <a:solidFill>
              <a:srgbClr val="7FA1C2"/>
            </a:solidFill>
            <a:prstDash val="solid"/>
          </a:ln>
        </p:spPr>
      </p:sp>
      <p:sp>
        <p:nvSpPr>
          <p:cNvPr id="65" name="spiral-62">
            <a:extLst xmlns:a="http://schemas.openxmlformats.org/drawingml/2006/main">
              <a:ext uri="{FF2B5EF4-FFF2-40B4-BE49-F238E27FC236}">
                <a16:creationId xmlns:a16="http://schemas.microsoft.com/office/drawing/2014/main" id="{4BA1E71D-59DE-4D63-8B39-E26D3FEB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98" y="4053980"/>
            <a:ext cx="85122" cy="63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961">
            <a:solidFill>
              <a:srgbClr val="7FA1C2"/>
            </a:solidFill>
            <a:prstDash val="solid"/>
          </a:ln>
        </p:spPr>
      </p:sp>
      <p:sp>
        <p:nvSpPr>
          <p:cNvPr id="66" name="spiral-63">
            <a:extLst xmlns:a="http://schemas.openxmlformats.org/drawingml/2006/main">
              <a:ext uri="{FF2B5EF4-FFF2-40B4-BE49-F238E27FC236}">
                <a16:creationId xmlns:a16="http://schemas.microsoft.com/office/drawing/2014/main" id="{43F7FBD1-6CB2-4342-B560-67F07369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950" y="3978266"/>
            <a:ext cx="76348" cy="757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7FA1C2"/>
            </a:solidFill>
            <a:prstDash val="solid"/>
          </a:ln>
        </p:spPr>
      </p:sp>
      <p:sp>
        <p:nvSpPr>
          <p:cNvPr id="67" name="spiral-64">
            <a:extLst xmlns:a="http://schemas.openxmlformats.org/drawingml/2006/main">
              <a:ext uri="{FF2B5EF4-FFF2-40B4-BE49-F238E27FC236}">
                <a16:creationId xmlns:a16="http://schemas.microsoft.com/office/drawing/2014/main" id="{B67F7532-2687-4320-8452-BC103F5B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155" y="3891499"/>
            <a:ext cx="65795" cy="867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34">
            <a:solidFill>
              <a:srgbClr val="7FA1C2"/>
            </a:solidFill>
            <a:prstDash val="solid"/>
          </a:ln>
        </p:spPr>
      </p:sp>
      <p:sp>
        <p:nvSpPr>
          <p:cNvPr id="68" name="spiral-65">
            <a:extLst xmlns:a="http://schemas.openxmlformats.org/drawingml/2006/main">
              <a:ext uri="{FF2B5EF4-FFF2-40B4-BE49-F238E27FC236}">
                <a16:creationId xmlns:a16="http://schemas.microsoft.com/office/drawing/2014/main" id="{6CC7A42D-6078-4095-83CD-611EDFFD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518" y="3795165"/>
            <a:ext cx="53637" cy="963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370">
            <a:solidFill>
              <a:srgbClr val="7FA1C2"/>
            </a:solidFill>
            <a:prstDash val="solid"/>
          </a:ln>
        </p:spPr>
      </p:sp>
      <p:sp>
        <p:nvSpPr>
          <p:cNvPr id="69" name="spiral-66">
            <a:extLst xmlns:a="http://schemas.openxmlformats.org/drawingml/2006/main">
              <a:ext uri="{FF2B5EF4-FFF2-40B4-BE49-F238E27FC236}">
                <a16:creationId xmlns:a16="http://schemas.microsoft.com/office/drawing/2014/main" id="{7AB1214F-2369-42DA-821F-FA1DBDC0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431" y="3690983"/>
            <a:ext cx="40087" cy="1041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506">
            <a:solidFill>
              <a:srgbClr val="7FA1C2"/>
            </a:solidFill>
            <a:prstDash val="solid"/>
          </a:ln>
        </p:spPr>
      </p:sp>
      <p:sp>
        <p:nvSpPr>
          <p:cNvPr id="70" name="spiral-67">
            <a:extLst xmlns:a="http://schemas.openxmlformats.org/drawingml/2006/main">
              <a:ext uri="{FF2B5EF4-FFF2-40B4-BE49-F238E27FC236}">
                <a16:creationId xmlns:a16="http://schemas.microsoft.com/office/drawing/2014/main" id="{2560CC6C-8C17-49A3-9082-DE466666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043" y="3580877"/>
            <a:ext cx="25388" cy="1101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42">
            <a:solidFill>
              <a:srgbClr val="7FA1C2"/>
            </a:solidFill>
            <a:prstDash val="solid"/>
          </a:ln>
        </p:spPr>
      </p:sp>
      <p:sp>
        <p:nvSpPr>
          <p:cNvPr id="71" name="spiral-68">
            <a:extLst xmlns:a="http://schemas.openxmlformats.org/drawingml/2006/main">
              <a:ext uri="{FF2B5EF4-FFF2-40B4-BE49-F238E27FC236}">
                <a16:creationId xmlns:a16="http://schemas.microsoft.com/office/drawing/2014/main" id="{5D24DEA0-5621-43A4-9FBB-0CD47534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225" y="3466936"/>
            <a:ext cx="9818" cy="1139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778">
            <a:solidFill>
              <a:srgbClr val="7FA1C2"/>
            </a:solidFill>
            <a:prstDash val="solid"/>
          </a:ln>
        </p:spPr>
      </p:sp>
      <p:sp>
        <p:nvSpPr>
          <p:cNvPr id="72" name="spiral-69">
            <a:extLst xmlns:a="http://schemas.openxmlformats.org/drawingml/2006/main">
              <a:ext uri="{FF2B5EF4-FFF2-40B4-BE49-F238E27FC236}">
                <a16:creationId xmlns:a16="http://schemas.microsoft.com/office/drawing/2014/main" id="{7B536DA1-4D35-45DF-A24E-077D78AA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0225" y="3351378"/>
            <a:ext cx="6327" cy="1155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914">
            <a:solidFill>
              <a:srgbClr val="7FA1C2"/>
            </a:solidFill>
            <a:prstDash val="solid"/>
          </a:ln>
        </p:spPr>
      </p:sp>
      <p:sp>
        <p:nvSpPr>
          <p:cNvPr id="73" name="spiral-70">
            <a:extLst xmlns:a="http://schemas.openxmlformats.org/drawingml/2006/main">
              <a:ext uri="{FF2B5EF4-FFF2-40B4-BE49-F238E27FC236}">
                <a16:creationId xmlns:a16="http://schemas.microsoft.com/office/drawing/2014/main" id="{C48CB943-4D23-4A65-9EAB-35B0C1B3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6552" y="3236505"/>
            <a:ext cx="22726" cy="1148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A1C2"/>
            </a:solidFill>
            <a:prstDash val="solid"/>
          </a:ln>
        </p:spPr>
      </p:sp>
      <p:sp>
        <p:nvSpPr>
          <p:cNvPr id="74" name="spiral-71">
            <a:extLst xmlns:a="http://schemas.openxmlformats.org/drawingml/2006/main">
              <a:ext uri="{FF2B5EF4-FFF2-40B4-BE49-F238E27FC236}">
                <a16:creationId xmlns:a16="http://schemas.microsoft.com/office/drawing/2014/main" id="{D1A283CC-AC1B-48B2-8DCC-1C1C9672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19278" y="3124659"/>
            <a:ext cx="39051" cy="1118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186">
            <a:solidFill>
              <a:srgbClr val="7FA1C2"/>
            </a:solidFill>
            <a:prstDash val="solid"/>
          </a:ln>
        </p:spPr>
      </p:sp>
      <p:sp>
        <p:nvSpPr>
          <p:cNvPr id="75" name="spiral-72">
            <a:extLst xmlns:a="http://schemas.openxmlformats.org/drawingml/2006/main">
              <a:ext uri="{FF2B5EF4-FFF2-40B4-BE49-F238E27FC236}">
                <a16:creationId xmlns:a16="http://schemas.microsoft.com/office/drawing/2014/main" id="{1E0D8E06-84E1-4250-8906-72D8F177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58328" y="3018171"/>
            <a:ext cx="54964" cy="106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322">
            <a:solidFill>
              <a:srgbClr val="7FA1C2"/>
            </a:solidFill>
            <a:prstDash val="solid"/>
          </a:ln>
        </p:spPr>
      </p:sp>
      <p:sp>
        <p:nvSpPr>
          <p:cNvPr id="76" name="spiral-73">
            <a:extLst xmlns:a="http://schemas.openxmlformats.org/drawingml/2006/main">
              <a:ext uri="{FF2B5EF4-FFF2-40B4-BE49-F238E27FC236}">
                <a16:creationId xmlns:a16="http://schemas.microsoft.com/office/drawing/2014/main" id="{508D64C4-3A10-4328-82C4-515F0505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13292" y="2919318"/>
            <a:ext cx="70132" cy="988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58">
            <a:solidFill>
              <a:srgbClr val="7FA1C2"/>
            </a:solidFill>
            <a:prstDash val="solid"/>
          </a:ln>
        </p:spPr>
      </p:sp>
      <p:sp>
        <p:nvSpPr>
          <p:cNvPr id="77" name="spiral-74">
            <a:extLst xmlns:a="http://schemas.openxmlformats.org/drawingml/2006/main">
              <a:ext uri="{FF2B5EF4-FFF2-40B4-BE49-F238E27FC236}">
                <a16:creationId xmlns:a16="http://schemas.microsoft.com/office/drawing/2014/main" id="{BFA4FF13-3D46-4FDC-8CB4-D99C72D2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83424" y="2830268"/>
            <a:ext cx="84228" cy="8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594">
            <a:solidFill>
              <a:srgbClr val="7FA1C2"/>
            </a:solidFill>
            <a:prstDash val="solid"/>
          </a:ln>
        </p:spPr>
      </p:sp>
      <p:sp>
        <p:nvSpPr>
          <p:cNvPr id="78" name="spiral-75">
            <a:extLst xmlns:a="http://schemas.openxmlformats.org/drawingml/2006/main">
              <a:ext uri="{FF2B5EF4-FFF2-40B4-BE49-F238E27FC236}">
                <a16:creationId xmlns:a16="http://schemas.microsoft.com/office/drawing/2014/main" id="{C9976513-6BDB-4580-B40A-E45BDD1F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67652" y="2753039"/>
            <a:ext cx="96939" cy="772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730">
            <a:solidFill>
              <a:srgbClr val="7FA1C2"/>
            </a:solidFill>
            <a:prstDash val="solid"/>
          </a:ln>
        </p:spPr>
      </p:sp>
      <p:sp>
        <p:nvSpPr>
          <p:cNvPr id="79" name="spiral-76">
            <a:extLst xmlns:a="http://schemas.openxmlformats.org/drawingml/2006/main">
              <a:ext uri="{FF2B5EF4-FFF2-40B4-BE49-F238E27FC236}">
                <a16:creationId xmlns:a16="http://schemas.microsoft.com/office/drawing/2014/main" id="{E9B8E950-8E71-48EA-B266-63329281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64591" y="2689452"/>
            <a:ext cx="107978" cy="63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866">
            <a:solidFill>
              <a:srgbClr val="7FA1C2"/>
            </a:solidFill>
            <a:prstDash val="solid"/>
          </a:ln>
        </p:spPr>
      </p:sp>
      <p:sp>
        <p:nvSpPr>
          <p:cNvPr id="80" name="spiral-77">
            <a:extLst xmlns:a="http://schemas.openxmlformats.org/drawingml/2006/main">
              <a:ext uri="{FF2B5EF4-FFF2-40B4-BE49-F238E27FC236}">
                <a16:creationId xmlns:a16="http://schemas.microsoft.com/office/drawing/2014/main" id="{6BC60B26-E8A4-48A2-99F1-26C6D550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72570" y="2641087"/>
            <a:ext cx="117083" cy="483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FA1C2"/>
            </a:solidFill>
            <a:prstDash val="solid"/>
          </a:ln>
        </p:spPr>
      </p:sp>
      <p:sp>
        <p:nvSpPr>
          <p:cNvPr id="81" name="spiral-78">
            <a:extLst xmlns:a="http://schemas.openxmlformats.org/drawingml/2006/main">
              <a:ext uri="{FF2B5EF4-FFF2-40B4-BE49-F238E27FC236}">
                <a16:creationId xmlns:a16="http://schemas.microsoft.com/office/drawing/2014/main" id="{CB1A8606-C775-4ECB-A48C-F1330F21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89653" y="2609248"/>
            <a:ext cx="124027" cy="31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139">
            <a:solidFill>
              <a:srgbClr val="7FA1C2"/>
            </a:solidFill>
            <a:prstDash val="solid"/>
          </a:ln>
        </p:spPr>
      </p:sp>
      <p:sp>
        <p:nvSpPr>
          <p:cNvPr id="82" name="spiral-79">
            <a:extLst xmlns:a="http://schemas.openxmlformats.org/drawingml/2006/main">
              <a:ext uri="{FF2B5EF4-FFF2-40B4-BE49-F238E27FC236}">
                <a16:creationId xmlns:a16="http://schemas.microsoft.com/office/drawing/2014/main" id="{E62662A7-65F8-46EA-9204-60E1D023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13679" y="2594933"/>
            <a:ext cx="128623" cy="143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275">
            <a:solidFill>
              <a:srgbClr val="7FA1C2"/>
            </a:solidFill>
            <a:prstDash val="solid"/>
          </a:ln>
        </p:spPr>
      </p:sp>
      <p:sp>
        <p:nvSpPr>
          <p:cNvPr id="83" name="spiral-80">
            <a:extLst xmlns:a="http://schemas.openxmlformats.org/drawingml/2006/main">
              <a:ext uri="{FF2B5EF4-FFF2-40B4-BE49-F238E27FC236}">
                <a16:creationId xmlns:a16="http://schemas.microsoft.com/office/drawing/2014/main" id="{CEB3FCEC-B9E3-4B70-B861-B5089439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302" y="2594933"/>
            <a:ext cx="130729" cy="38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411">
            <a:solidFill>
              <a:srgbClr val="7FA1C2"/>
            </a:solidFill>
            <a:prstDash val="solid"/>
          </a:ln>
        </p:spPr>
      </p:sp>
      <p:sp>
        <p:nvSpPr>
          <p:cNvPr id="84" name="spiral-81">
            <a:extLst xmlns:a="http://schemas.openxmlformats.org/drawingml/2006/main">
              <a:ext uri="{FF2B5EF4-FFF2-40B4-BE49-F238E27FC236}">
                <a16:creationId xmlns:a16="http://schemas.microsoft.com/office/drawing/2014/main" id="{98741260-62A9-400E-B886-A0897DE9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032" y="2598802"/>
            <a:ext cx="130251" cy="223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47">
            <a:solidFill>
              <a:srgbClr val="7FA1C2"/>
            </a:solidFill>
            <a:prstDash val="solid"/>
          </a:ln>
        </p:spPr>
      </p:sp>
      <p:sp>
        <p:nvSpPr>
          <p:cNvPr id="85" name="spiral-82">
            <a:extLst xmlns:a="http://schemas.openxmlformats.org/drawingml/2006/main">
              <a:ext uri="{FF2B5EF4-FFF2-40B4-BE49-F238E27FC236}">
                <a16:creationId xmlns:a16="http://schemas.microsoft.com/office/drawing/2014/main" id="{616B2ADD-6F51-463F-B1FA-FCA6BD74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82" y="2621159"/>
            <a:ext cx="127145" cy="40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83">
            <a:solidFill>
              <a:srgbClr val="7FA1C2"/>
            </a:solidFill>
            <a:prstDash val="solid"/>
          </a:ln>
        </p:spPr>
      </p:sp>
      <p:sp>
        <p:nvSpPr>
          <p:cNvPr id="86" name="spiral-83">
            <a:extLst xmlns:a="http://schemas.openxmlformats.org/drawingml/2006/main">
              <a:ext uri="{FF2B5EF4-FFF2-40B4-BE49-F238E27FC236}">
                <a16:creationId xmlns:a16="http://schemas.microsoft.com/office/drawing/2014/main" id="{08AE56FA-B1BC-43E1-8440-BE24FD09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427" y="2661940"/>
            <a:ext cx="121421" cy="587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819">
            <a:solidFill>
              <a:srgbClr val="7FA1C2"/>
            </a:solidFill>
            <a:prstDash val="solid"/>
          </a:ln>
        </p:spPr>
      </p:sp>
      <p:sp>
        <p:nvSpPr>
          <p:cNvPr id="87" name="spiral-84">
            <a:extLst xmlns:a="http://schemas.openxmlformats.org/drawingml/2006/main">
              <a:ext uri="{FF2B5EF4-FFF2-40B4-BE49-F238E27FC236}">
                <a16:creationId xmlns:a16="http://schemas.microsoft.com/office/drawing/2014/main" id="{5289BF34-A8A3-4219-A4EB-0BD5EB5C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848" y="2720706"/>
            <a:ext cx="113142" cy="75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7FA1C2"/>
            </a:solidFill>
            <a:prstDash val="solid"/>
          </a:ln>
        </p:spPr>
      </p:sp>
      <p:sp>
        <p:nvSpPr>
          <p:cNvPr id="88" name="spiral-85">
            <a:extLst xmlns:a="http://schemas.openxmlformats.org/drawingml/2006/main">
              <a:ext uri="{FF2B5EF4-FFF2-40B4-BE49-F238E27FC236}">
                <a16:creationId xmlns:a16="http://schemas.microsoft.com/office/drawing/2014/main" id="{2E0F7CCC-073F-4BD4-9304-D636F31F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990" y="2796643"/>
            <a:ext cx="102427" cy="919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7FA1C2"/>
            </a:solidFill>
            <a:prstDash val="solid"/>
          </a:ln>
        </p:spPr>
      </p:sp>
      <p:sp>
        <p:nvSpPr>
          <p:cNvPr id="89" name="spiral-86">
            <a:extLst xmlns:a="http://schemas.openxmlformats.org/drawingml/2006/main">
              <a:ext uri="{FF2B5EF4-FFF2-40B4-BE49-F238E27FC236}">
                <a16:creationId xmlns:a16="http://schemas.microsoft.com/office/drawing/2014/main" id="{15F94E05-A46B-4C8F-9F7F-9549B174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416" y="2888576"/>
            <a:ext cx="89442" cy="1064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227">
            <a:solidFill>
              <a:srgbClr val="7FA1C2"/>
            </a:solidFill>
            <a:prstDash val="solid"/>
          </a:ln>
        </p:spPr>
      </p:sp>
      <p:sp>
        <p:nvSpPr>
          <p:cNvPr id="90" name="spiral-87">
            <a:extLst xmlns:a="http://schemas.openxmlformats.org/drawingml/2006/main">
              <a:ext uri="{FF2B5EF4-FFF2-40B4-BE49-F238E27FC236}">
                <a16:creationId xmlns:a16="http://schemas.microsoft.com/office/drawing/2014/main" id="{EBB97D52-05D7-4F19-8602-3131C357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859" y="2994980"/>
            <a:ext cx="74408" cy="1190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363">
            <a:solidFill>
              <a:srgbClr val="7FA1C2"/>
            </a:solidFill>
            <a:prstDash val="solid"/>
          </a:ln>
        </p:spPr>
      </p:sp>
      <p:sp>
        <p:nvSpPr>
          <p:cNvPr id="91" name="spiral-88">
            <a:extLst xmlns:a="http://schemas.openxmlformats.org/drawingml/2006/main">
              <a:ext uri="{FF2B5EF4-FFF2-40B4-BE49-F238E27FC236}">
                <a16:creationId xmlns:a16="http://schemas.microsoft.com/office/drawing/2014/main" id="{BBB1607A-36E1-4609-9903-8BF95607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267" y="3114009"/>
            <a:ext cx="57588" cy="1295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99">
            <a:solidFill>
              <a:srgbClr val="7FA1C2"/>
            </a:solidFill>
            <a:prstDash val="solid"/>
          </a:ln>
        </p:spPr>
      </p:sp>
      <p:sp>
        <p:nvSpPr>
          <p:cNvPr id="92" name="spiral-89">
            <a:extLst xmlns:a="http://schemas.openxmlformats.org/drawingml/2006/main">
              <a:ext uri="{FF2B5EF4-FFF2-40B4-BE49-F238E27FC236}">
                <a16:creationId xmlns:a16="http://schemas.microsoft.com/office/drawing/2014/main" id="{7BDB6CD1-9574-4444-9A91-047C52FA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854" y="3243525"/>
            <a:ext cx="39288" cy="1376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635">
            <a:solidFill>
              <a:srgbClr val="7FA1C2"/>
            </a:solidFill>
            <a:prstDash val="solid"/>
          </a:ln>
        </p:spPr>
      </p:sp>
      <p:sp>
        <p:nvSpPr>
          <p:cNvPr id="93" name="spiral-90">
            <a:extLst xmlns:a="http://schemas.openxmlformats.org/drawingml/2006/main">
              <a:ext uri="{FF2B5EF4-FFF2-40B4-BE49-F238E27FC236}">
                <a16:creationId xmlns:a16="http://schemas.microsoft.com/office/drawing/2014/main" id="{6F5A8025-07E3-432B-82C3-E5338409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142" y="3381138"/>
            <a:ext cx="19849" cy="1431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771">
            <a:solidFill>
              <a:srgbClr val="7FA1C2"/>
            </a:solidFill>
            <a:prstDash val="solid"/>
          </a:ln>
        </p:spPr>
      </p:sp>
      <p:sp>
        <p:nvSpPr>
          <p:cNvPr id="94" name="spiral-91">
            <a:extLst xmlns:a="http://schemas.openxmlformats.org/drawingml/2006/main">
              <a:ext uri="{FF2B5EF4-FFF2-40B4-BE49-F238E27FC236}">
                <a16:creationId xmlns:a16="http://schemas.microsoft.com/office/drawing/2014/main" id="{F31A7575-763D-4B99-8980-1C4E8849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47633" y="3524250"/>
            <a:ext cx="357" cy="1458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F6FB2"/>
            </a:solidFill>
            <a:prstDash val="solid"/>
          </a:ln>
        </p:spPr>
      </p:sp>
      <p:sp>
        <p:nvSpPr>
          <p:cNvPr id="95" name="spiral-92">
            <a:extLst xmlns:a="http://schemas.openxmlformats.org/drawingml/2006/main">
              <a:ext uri="{FF2B5EF4-FFF2-40B4-BE49-F238E27FC236}">
                <a16:creationId xmlns:a16="http://schemas.microsoft.com/office/drawing/2014/main" id="{CB3424FD-D4F6-422D-A819-6AE44E8E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26695" y="3670101"/>
            <a:ext cx="20938" cy="14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044">
            <a:solidFill>
              <a:srgbClr val="2F6FB2"/>
            </a:solidFill>
            <a:prstDash val="solid"/>
          </a:ln>
        </p:spPr>
      </p:sp>
      <p:sp>
        <p:nvSpPr>
          <p:cNvPr id="96" name="spiral-93">
            <a:extLst xmlns:a="http://schemas.openxmlformats.org/drawingml/2006/main">
              <a:ext uri="{FF2B5EF4-FFF2-40B4-BE49-F238E27FC236}">
                <a16:creationId xmlns:a16="http://schemas.microsoft.com/office/drawing/2014/main" id="{1DF8DA2E-5031-4DF8-A91B-FFCCA58A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85211" y="3815826"/>
            <a:ext cx="41485" cy="1426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180">
            <a:solidFill>
              <a:srgbClr val="2F6FB2"/>
            </a:solidFill>
            <a:prstDash val="solid"/>
          </a:ln>
        </p:spPr>
      </p:sp>
      <p:sp>
        <p:nvSpPr>
          <p:cNvPr id="97" name="spiral-94">
            <a:extLst xmlns:a="http://schemas.openxmlformats.org/drawingml/2006/main">
              <a:ext uri="{FF2B5EF4-FFF2-40B4-BE49-F238E27FC236}">
                <a16:creationId xmlns:a16="http://schemas.microsoft.com/office/drawing/2014/main" id="{F3970E1D-B13E-4640-9C37-F32C3BFB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23628" y="3958509"/>
            <a:ext cx="61583" cy="1367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16">
            <a:solidFill>
              <a:srgbClr val="2F6FB2"/>
            </a:solidFill>
            <a:prstDash val="solid"/>
          </a:ln>
        </p:spPr>
      </p:sp>
      <p:sp>
        <p:nvSpPr>
          <p:cNvPr id="98" name="spiral-95">
            <a:extLst xmlns:a="http://schemas.openxmlformats.org/drawingml/2006/main">
              <a:ext uri="{FF2B5EF4-FFF2-40B4-BE49-F238E27FC236}">
                <a16:creationId xmlns:a16="http://schemas.microsoft.com/office/drawing/2014/main" id="{C314256E-C4BF-46E5-807C-349C7825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42807" y="4095242"/>
            <a:ext cx="80820" cy="1279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52">
            <a:solidFill>
              <a:srgbClr val="2F6FB2"/>
            </a:solidFill>
            <a:prstDash val="solid"/>
          </a:ln>
        </p:spPr>
      </p:sp>
      <p:sp>
        <p:nvSpPr>
          <p:cNvPr id="99" name="spiral-96">
            <a:extLst xmlns:a="http://schemas.openxmlformats.org/drawingml/2006/main">
              <a:ext uri="{FF2B5EF4-FFF2-40B4-BE49-F238E27FC236}">
                <a16:creationId xmlns:a16="http://schemas.microsoft.com/office/drawing/2014/main" id="{E8BE66C6-B3BC-421F-80AC-2208B681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44013" y="4223184"/>
            <a:ext cx="98794" cy="1164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588">
            <a:solidFill>
              <a:srgbClr val="2F6FB2"/>
            </a:solidFill>
            <a:prstDash val="solid"/>
          </a:ln>
        </p:spPr>
      </p:sp>
      <p:sp>
        <p:nvSpPr>
          <p:cNvPr id="100" name="spiral-97">
            <a:extLst xmlns:a="http://schemas.openxmlformats.org/drawingml/2006/main">
              <a:ext uri="{FF2B5EF4-FFF2-40B4-BE49-F238E27FC236}">
                <a16:creationId xmlns:a16="http://schemas.microsoft.com/office/drawing/2014/main" id="{4D4E0752-B9BB-46C9-813A-7B9A94BD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28894" y="4339621"/>
            <a:ext cx="115119" cy="10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724">
            <a:solidFill>
              <a:srgbClr val="2F6FB2"/>
            </a:solidFill>
            <a:prstDash val="solid"/>
          </a:ln>
        </p:spPr>
      </p:sp>
      <p:sp>
        <p:nvSpPr>
          <p:cNvPr id="101" name="spiral-98">
            <a:extLst xmlns:a="http://schemas.openxmlformats.org/drawingml/2006/main">
              <a:ext uri="{FF2B5EF4-FFF2-40B4-BE49-F238E27FC236}">
                <a16:creationId xmlns:a16="http://schemas.microsoft.com/office/drawing/2014/main" id="{ACD6D0B0-07DB-4704-A879-662CEC28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99455" y="4442021"/>
            <a:ext cx="129439" cy="860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F6FB2"/>
            </a:solidFill>
            <a:prstDash val="solid"/>
          </a:ln>
        </p:spPr>
      </p:sp>
      <p:sp>
        <p:nvSpPr>
          <p:cNvPr id="102" name="spiral-99">
            <a:extLst xmlns:a="http://schemas.openxmlformats.org/drawingml/2006/main">
              <a:ext uri="{FF2B5EF4-FFF2-40B4-BE49-F238E27FC236}">
                <a16:creationId xmlns:a16="http://schemas.microsoft.com/office/drawing/2014/main" id="{D852CC1D-C439-4445-8C00-F87E24A3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58024" y="4528089"/>
            <a:ext cx="141431" cy="677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996">
            <a:solidFill>
              <a:srgbClr val="2F6FB2"/>
            </a:solidFill>
            <a:prstDash val="solid"/>
          </a:ln>
        </p:spPr>
      </p:sp>
      <p:sp>
        <p:nvSpPr>
          <p:cNvPr id="103" name="spiral-100">
            <a:extLst xmlns:a="http://schemas.openxmlformats.org/drawingml/2006/main">
              <a:ext uri="{FF2B5EF4-FFF2-40B4-BE49-F238E27FC236}">
                <a16:creationId xmlns:a16="http://schemas.microsoft.com/office/drawing/2014/main" id="{AD4C8022-8EEC-4E9E-9371-C03E9100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07211" y="4595819"/>
            <a:ext cx="150813" cy="47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132">
            <a:solidFill>
              <a:srgbClr val="2F6FB2"/>
            </a:solidFill>
            <a:prstDash val="solid"/>
          </a:ln>
        </p:spPr>
      </p:sp>
      <p:sp>
        <p:nvSpPr>
          <p:cNvPr id="104" name="spiral-101">
            <a:extLst xmlns:a="http://schemas.openxmlformats.org/drawingml/2006/main">
              <a:ext uri="{FF2B5EF4-FFF2-40B4-BE49-F238E27FC236}">
                <a16:creationId xmlns:a16="http://schemas.microsoft.com/office/drawing/2014/main" id="{C8077319-0EC9-43F0-822C-9EF2AF79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49859" y="4643539"/>
            <a:ext cx="157352" cy="264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268">
            <a:solidFill>
              <a:srgbClr val="2F6FB2"/>
            </a:solidFill>
            <a:prstDash val="solid"/>
          </a:ln>
        </p:spPr>
      </p:sp>
      <p:sp>
        <p:nvSpPr>
          <p:cNvPr id="105" name="spiral-102">
            <a:extLst xmlns:a="http://schemas.openxmlformats.org/drawingml/2006/main">
              <a:ext uri="{FF2B5EF4-FFF2-40B4-BE49-F238E27FC236}">
                <a16:creationId xmlns:a16="http://schemas.microsoft.com/office/drawing/2014/main" id="{2D156DAE-ACCD-4788-A501-5FE8E451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88990" y="4669949"/>
            <a:ext cx="160869" cy="42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404">
            <a:solidFill>
              <a:srgbClr val="2F6FB2"/>
            </a:solidFill>
            <a:prstDash val="solid"/>
          </a:ln>
        </p:spPr>
      </p:sp>
      <p:sp>
        <p:nvSpPr>
          <p:cNvPr id="106" name="spiral-103">
            <a:extLst xmlns:a="http://schemas.openxmlformats.org/drawingml/2006/main">
              <a:ext uri="{FF2B5EF4-FFF2-40B4-BE49-F238E27FC236}">
                <a16:creationId xmlns:a16="http://schemas.microsoft.com/office/drawing/2014/main" id="{1D4A4CF6-0A17-48D4-A055-730B1318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749" y="4655693"/>
            <a:ext cx="161241" cy="184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540">
            <a:solidFill>
              <a:srgbClr val="2F6FB2"/>
            </a:solidFill>
            <a:prstDash val="solid"/>
          </a:ln>
        </p:spPr>
      </p:sp>
      <p:sp>
        <p:nvSpPr>
          <p:cNvPr id="107" name="spiral-104">
            <a:extLst xmlns:a="http://schemas.openxmlformats.org/drawingml/2006/main">
              <a:ext uri="{FF2B5EF4-FFF2-40B4-BE49-F238E27FC236}">
                <a16:creationId xmlns:a16="http://schemas.microsoft.com/office/drawing/2014/main" id="{BB79A7F6-7612-4B76-8A8E-7D839BF0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342" y="4614546"/>
            <a:ext cx="158408" cy="411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676">
            <a:solidFill>
              <a:srgbClr val="2F6FB2"/>
            </a:solidFill>
            <a:prstDash val="solid"/>
          </a:ln>
        </p:spPr>
      </p:sp>
      <p:sp>
        <p:nvSpPr>
          <p:cNvPr id="108" name="spiral-105">
            <a:extLst xmlns:a="http://schemas.openxmlformats.org/drawingml/2006/main">
              <a:ext uri="{FF2B5EF4-FFF2-40B4-BE49-F238E27FC236}">
                <a16:creationId xmlns:a16="http://schemas.microsoft.com/office/drawing/2014/main" id="{D3B488E0-3545-49BE-8E9D-42580227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968" y="4551152"/>
            <a:ext cx="152374" cy="633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6FB2"/>
            </a:solidFill>
            <a:prstDash val="solid"/>
          </a:ln>
        </p:spPr>
      </p:sp>
      <p:sp>
        <p:nvSpPr>
          <p:cNvPr id="109" name="spiral-106">
            <a:extLst xmlns:a="http://schemas.openxmlformats.org/drawingml/2006/main">
              <a:ext uri="{FF2B5EF4-FFF2-40B4-BE49-F238E27FC236}">
                <a16:creationId xmlns:a16="http://schemas.microsoft.com/office/drawing/2014/main" id="{BC71A368-8698-494E-8AC0-E5D66CC3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62" y="4466400"/>
            <a:ext cx="143206" cy="847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949">
            <a:solidFill>
              <a:srgbClr val="2F6FB2"/>
            </a:solidFill>
            <a:prstDash val="solid"/>
          </a:ln>
        </p:spPr>
      </p:sp>
      <p:sp>
        <p:nvSpPr>
          <p:cNvPr id="110" name="spiral-107">
            <a:extLst xmlns:a="http://schemas.openxmlformats.org/drawingml/2006/main">
              <a:ext uri="{FF2B5EF4-FFF2-40B4-BE49-F238E27FC236}">
                <a16:creationId xmlns:a16="http://schemas.microsoft.com/office/drawing/2014/main" id="{2A66130F-474C-471E-9133-6174B0BB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724" y="4361624"/>
            <a:ext cx="131038" cy="104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085">
            <a:solidFill>
              <a:srgbClr val="2F6FB2"/>
            </a:solidFill>
            <a:prstDash val="solid"/>
          </a:ln>
        </p:spPr>
      </p:sp>
      <p:sp>
        <p:nvSpPr>
          <p:cNvPr id="111" name="spiral-108">
            <a:extLst xmlns:a="http://schemas.openxmlformats.org/drawingml/2006/main">
              <a:ext uri="{FF2B5EF4-FFF2-40B4-BE49-F238E27FC236}">
                <a16:creationId xmlns:a16="http://schemas.microsoft.com/office/drawing/2014/main" id="{C4303A9E-BCC9-4E10-8A70-685042BB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661" y="4238579"/>
            <a:ext cx="116063" cy="1230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221">
            <a:solidFill>
              <a:srgbClr val="2F6FB2"/>
            </a:solidFill>
            <a:prstDash val="solid"/>
          </a:ln>
        </p:spPr>
      </p:sp>
      <p:sp>
        <p:nvSpPr>
          <p:cNvPr id="112" name="spiral-109">
            <a:extLst xmlns:a="http://schemas.openxmlformats.org/drawingml/2006/main">
              <a:ext uri="{FF2B5EF4-FFF2-40B4-BE49-F238E27FC236}">
                <a16:creationId xmlns:a16="http://schemas.microsoft.com/office/drawing/2014/main" id="{DA6351B6-EF04-460D-8BC3-069768F5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124" y="4099414"/>
            <a:ext cx="98537" cy="1391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357">
            <a:solidFill>
              <a:srgbClr val="2F6FB2"/>
            </a:solidFill>
            <a:prstDash val="solid"/>
          </a:ln>
        </p:spPr>
      </p:sp>
      <p:sp>
        <p:nvSpPr>
          <p:cNvPr id="113" name="spiral-110">
            <a:extLst xmlns:a="http://schemas.openxmlformats.org/drawingml/2006/main">
              <a:ext uri="{FF2B5EF4-FFF2-40B4-BE49-F238E27FC236}">
                <a16:creationId xmlns:a16="http://schemas.microsoft.com/office/drawing/2014/main" id="{D23DF447-8DDD-4E00-90DC-CB66C034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356" y="3946635"/>
            <a:ext cx="78768" cy="1527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493">
            <a:solidFill>
              <a:srgbClr val="2F6FB2"/>
            </a:solidFill>
            <a:prstDash val="solid"/>
          </a:ln>
        </p:spPr>
      </p:sp>
      <p:sp>
        <p:nvSpPr>
          <p:cNvPr id="114" name="spiral-111">
            <a:extLst xmlns:a="http://schemas.openxmlformats.org/drawingml/2006/main">
              <a:ext uri="{FF2B5EF4-FFF2-40B4-BE49-F238E27FC236}">
                <a16:creationId xmlns:a16="http://schemas.microsoft.com/office/drawing/2014/main" id="{5A069D49-83FD-4601-A702-17CD9F9F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239" y="3783061"/>
            <a:ext cx="57117" cy="163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29">
            <a:solidFill>
              <a:srgbClr val="2F6FB2"/>
            </a:solidFill>
            <a:prstDash val="solid"/>
          </a:ln>
        </p:spPr>
      </p:sp>
      <p:sp>
        <p:nvSpPr>
          <p:cNvPr id="115" name="spiral-112">
            <a:extLst xmlns:a="http://schemas.openxmlformats.org/drawingml/2006/main">
              <a:ext uri="{FF2B5EF4-FFF2-40B4-BE49-F238E27FC236}">
                <a16:creationId xmlns:a16="http://schemas.microsoft.com/office/drawing/2014/main" id="{D4CF59B0-82A8-42E5-ABBB-354E7E7C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51" y="3611770"/>
            <a:ext cx="33987" cy="171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F6FB2"/>
            </a:solidFill>
            <a:prstDash val="solid"/>
          </a:ln>
        </p:spPr>
      </p:sp>
      <p:sp>
        <p:nvSpPr>
          <p:cNvPr id="116" name="spiral-113">
            <a:extLst xmlns:a="http://schemas.openxmlformats.org/drawingml/2006/main">
              <a:ext uri="{FF2B5EF4-FFF2-40B4-BE49-F238E27FC236}">
                <a16:creationId xmlns:a16="http://schemas.microsoft.com/office/drawing/2014/main" id="{3FEBCA08-0DC6-4023-89D5-B4CFB91C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434" y="3436043"/>
            <a:ext cx="9818" cy="1757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901">
            <a:solidFill>
              <a:srgbClr val="2F6FB2"/>
            </a:solidFill>
            <a:prstDash val="solid"/>
          </a:ln>
        </p:spPr>
      </p:sp>
      <p:sp>
        <p:nvSpPr>
          <p:cNvPr id="117" name="spiral-114">
            <a:extLst xmlns:a="http://schemas.openxmlformats.org/drawingml/2006/main">
              <a:ext uri="{FF2B5EF4-FFF2-40B4-BE49-F238E27FC236}">
                <a16:creationId xmlns:a16="http://schemas.microsoft.com/office/drawing/2014/main" id="{7B865413-F7BA-403E-B7E4-10ADCA78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48434" y="3259300"/>
            <a:ext cx="14926" cy="1767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037">
            <a:solidFill>
              <a:srgbClr val="2F6FB2"/>
            </a:solidFill>
            <a:prstDash val="solid"/>
          </a:ln>
        </p:spPr>
      </p:sp>
      <p:sp>
        <p:nvSpPr>
          <p:cNvPr id="118" name="spiral-115">
            <a:extLst xmlns:a="http://schemas.openxmlformats.org/drawingml/2006/main">
              <a:ext uri="{FF2B5EF4-FFF2-40B4-BE49-F238E27FC236}">
                <a16:creationId xmlns:a16="http://schemas.microsoft.com/office/drawing/2014/main" id="{A1D567F0-9847-4A3C-A496-4527CD18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3359" y="3085035"/>
            <a:ext cx="39757" cy="174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173">
            <a:solidFill>
              <a:srgbClr val="2F6FB2"/>
            </a:solidFill>
            <a:prstDash val="solid"/>
          </a:ln>
        </p:spPr>
      </p:sp>
      <p:sp>
        <p:nvSpPr>
          <p:cNvPr id="119" name="spiral-116">
            <a:extLst xmlns:a="http://schemas.openxmlformats.org/drawingml/2006/main">
              <a:ext uri="{FF2B5EF4-FFF2-40B4-BE49-F238E27FC236}">
                <a16:creationId xmlns:a16="http://schemas.microsoft.com/office/drawing/2014/main" id="{9F269578-B656-4872-BC30-42C08272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03116" y="2916744"/>
            <a:ext cx="64181" cy="168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309">
            <a:solidFill>
              <a:srgbClr val="2F6FB2"/>
            </a:solidFill>
            <a:prstDash val="solid"/>
          </a:ln>
        </p:spPr>
      </p:sp>
      <p:sp>
        <p:nvSpPr>
          <p:cNvPr id="120" name="spiral-117">
            <a:extLst xmlns:a="http://schemas.openxmlformats.org/drawingml/2006/main">
              <a:ext uri="{FF2B5EF4-FFF2-40B4-BE49-F238E27FC236}">
                <a16:creationId xmlns:a16="http://schemas.microsoft.com/office/drawing/2014/main" id="{BBA37BDA-27D4-4781-9780-DE755372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67297" y="2757859"/>
            <a:ext cx="87706" cy="1588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45">
            <a:solidFill>
              <a:srgbClr val="2F6FB2"/>
            </a:solidFill>
            <a:prstDash val="solid"/>
          </a:ln>
        </p:spPr>
      </p:sp>
      <p:sp>
        <p:nvSpPr>
          <p:cNvPr id="121" name="spiral-118">
            <a:extLst xmlns:a="http://schemas.openxmlformats.org/drawingml/2006/main">
              <a:ext uri="{FF2B5EF4-FFF2-40B4-BE49-F238E27FC236}">
                <a16:creationId xmlns:a16="http://schemas.microsoft.com/office/drawing/2014/main" id="{77F74CC8-9766-4BEA-BBD8-CE6A5855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55003" y="2611674"/>
            <a:ext cx="109847" cy="1461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581">
            <a:solidFill>
              <a:srgbClr val="2F6FB2"/>
            </a:solidFill>
            <a:prstDash val="solid"/>
          </a:ln>
        </p:spPr>
      </p:sp>
      <p:sp>
        <p:nvSpPr>
          <p:cNvPr id="122" name="spiral-119">
            <a:extLst xmlns:a="http://schemas.openxmlformats.org/drawingml/2006/main">
              <a:ext uri="{FF2B5EF4-FFF2-40B4-BE49-F238E27FC236}">
                <a16:creationId xmlns:a16="http://schemas.microsoft.com/office/drawing/2014/main" id="{A563814A-6D54-496F-9935-BDC0F464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64850" y="2481282"/>
            <a:ext cx="130144" cy="13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2F6FB2"/>
            </a:solidFill>
            <a:prstDash val="solid"/>
          </a:ln>
        </p:spPr>
      </p:sp>
      <p:sp>
        <p:nvSpPr>
          <p:cNvPr id="123" name="spiral-120">
            <a:extLst xmlns:a="http://schemas.openxmlformats.org/drawingml/2006/main">
              <a:ext uri="{FF2B5EF4-FFF2-40B4-BE49-F238E27FC236}">
                <a16:creationId xmlns:a16="http://schemas.microsoft.com/office/drawing/2014/main" id="{888FFE98-A0A0-456C-B9AF-8867A57D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4994" y="2369503"/>
            <a:ext cx="148162" cy="1117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854">
            <a:solidFill>
              <a:srgbClr val="2F6FB2"/>
            </a:solidFill>
            <a:prstDash val="solid"/>
          </a:ln>
        </p:spPr>
      </p:sp>
      <p:sp>
        <p:nvSpPr>
          <p:cNvPr id="124" name="spiral-121">
            <a:extLst xmlns:a="http://schemas.openxmlformats.org/drawingml/2006/main">
              <a:ext uri="{FF2B5EF4-FFF2-40B4-BE49-F238E27FC236}">
                <a16:creationId xmlns:a16="http://schemas.microsoft.com/office/drawing/2014/main" id="{3B407D1A-1F21-4C4B-AF34-2DC7D0C5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43156" y="2278830"/>
            <a:ext cx="163511" cy="906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990">
            <a:solidFill>
              <a:srgbClr val="2F6FB2"/>
            </a:solidFill>
            <a:prstDash val="solid"/>
          </a:ln>
        </p:spPr>
      </p:sp>
      <p:sp>
        <p:nvSpPr>
          <p:cNvPr id="125" name="spiral-122">
            <a:extLst xmlns:a="http://schemas.openxmlformats.org/drawingml/2006/main">
              <a:ext uri="{FF2B5EF4-FFF2-40B4-BE49-F238E27FC236}">
                <a16:creationId xmlns:a16="http://schemas.microsoft.com/office/drawing/2014/main" id="{3A7A2141-BE7A-4B42-98EB-07546FC1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06668" y="2211371"/>
            <a:ext cx="175845" cy="674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126">
            <a:solidFill>
              <a:srgbClr val="2F6FB2"/>
            </a:solidFill>
            <a:prstDash val="solid"/>
          </a:ln>
        </p:spPr>
      </p:sp>
      <p:sp>
        <p:nvSpPr>
          <p:cNvPr id="126" name="spiral-123">
            <a:extLst xmlns:a="http://schemas.openxmlformats.org/drawingml/2006/main">
              <a:ext uri="{FF2B5EF4-FFF2-40B4-BE49-F238E27FC236}">
                <a16:creationId xmlns:a16="http://schemas.microsoft.com/office/drawing/2014/main" id="{DE72EC6B-7AF7-4F9E-B045-FCA47C65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82513" y="2168804"/>
            <a:ext cx="184874" cy="425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262">
            <a:solidFill>
              <a:srgbClr val="2F6FB2"/>
            </a:solidFill>
            <a:prstDash val="solid"/>
          </a:ln>
        </p:spPr>
      </p:sp>
      <p:sp>
        <p:nvSpPr>
          <p:cNvPr id="127" name="spiral-124">
            <a:extLst xmlns:a="http://schemas.openxmlformats.org/drawingml/2006/main">
              <a:ext uri="{FF2B5EF4-FFF2-40B4-BE49-F238E27FC236}">
                <a16:creationId xmlns:a16="http://schemas.microsoft.com/office/drawing/2014/main" id="{1BCF4D0A-FCBA-45E3-BA25-57EA3B66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67387" y="2152332"/>
            <a:ext cx="190372" cy="164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398">
            <a:solidFill>
              <a:srgbClr val="2F6FB2"/>
            </a:solidFill>
            <a:prstDash val="solid"/>
          </a:ln>
        </p:spPr>
      </p:sp>
      <p:sp>
        <p:nvSpPr>
          <p:cNvPr id="128" name="spiral-125">
            <a:extLst xmlns:a="http://schemas.openxmlformats.org/drawingml/2006/main">
              <a:ext uri="{FF2B5EF4-FFF2-40B4-BE49-F238E27FC236}">
                <a16:creationId xmlns:a16="http://schemas.microsoft.com/office/drawing/2014/main" id="{2C46AF1F-5782-42EC-A006-69B5116A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758" y="2152332"/>
            <a:ext cx="192177" cy="103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534">
            <a:solidFill>
              <a:srgbClr val="2F6FB2"/>
            </a:solidFill>
            <a:prstDash val="solid"/>
          </a:ln>
        </p:spPr>
      </p:sp>
      <p:sp>
        <p:nvSpPr>
          <p:cNvPr id="129" name="spiral-126">
            <a:extLst xmlns:a="http://schemas.openxmlformats.org/drawingml/2006/main">
              <a:ext uri="{FF2B5EF4-FFF2-40B4-BE49-F238E27FC236}">
                <a16:creationId xmlns:a16="http://schemas.microsoft.com/office/drawing/2014/main" id="{D4B4FF85-62CD-4EAF-AE5E-0C79423B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935" y="2162659"/>
            <a:ext cx="190202" cy="37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2F6FB2"/>
            </a:solidFill>
            <a:prstDash val="solid"/>
          </a:ln>
        </p:spPr>
      </p:sp>
      <p:sp>
        <p:nvSpPr>
          <p:cNvPr id="130" name="spiral-127">
            <a:extLst xmlns:a="http://schemas.openxmlformats.org/drawingml/2006/main">
              <a:ext uri="{FF2B5EF4-FFF2-40B4-BE49-F238E27FC236}">
                <a16:creationId xmlns:a16="http://schemas.microsoft.com/office/drawing/2014/main" id="{E51B368B-4109-457E-9CA4-6098070D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137" y="2199964"/>
            <a:ext cx="184432" cy="639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806">
            <a:solidFill>
              <a:srgbClr val="2F6FB2"/>
            </a:solidFill>
            <a:prstDash val="solid"/>
          </a:ln>
        </p:spPr>
      </p:sp>
      <p:sp>
        <p:nvSpPr>
          <p:cNvPr id="131" name="spiral-128">
            <a:extLst xmlns:a="http://schemas.openxmlformats.org/drawingml/2006/main">
              <a:ext uri="{FF2B5EF4-FFF2-40B4-BE49-F238E27FC236}">
                <a16:creationId xmlns:a16="http://schemas.microsoft.com/office/drawing/2014/main" id="{5F11461E-7BFA-49C8-AC45-95590244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568" y="2263890"/>
            <a:ext cx="174929" cy="896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942">
            <a:solidFill>
              <a:srgbClr val="2F6FB2"/>
            </a:solidFill>
            <a:prstDash val="solid"/>
          </a:ln>
        </p:spPr>
      </p:sp>
      <p:sp>
        <p:nvSpPr>
          <p:cNvPr id="132" name="spiral-129">
            <a:extLst xmlns:a="http://schemas.openxmlformats.org/drawingml/2006/main">
              <a:ext uri="{FF2B5EF4-FFF2-40B4-BE49-F238E27FC236}">
                <a16:creationId xmlns:a16="http://schemas.microsoft.com/office/drawing/2014/main" id="{7CAE461B-699C-481D-80B2-6BA145F6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497" y="2353549"/>
            <a:ext cx="161831" cy="1139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078">
            <a:solidFill>
              <a:srgbClr val="2F6FB2"/>
            </a:solidFill>
            <a:prstDash val="solid"/>
          </a:ln>
        </p:spPr>
      </p:sp>
      <p:sp>
        <p:nvSpPr>
          <p:cNvPr id="133" name="spiral-130">
            <a:extLst xmlns:a="http://schemas.openxmlformats.org/drawingml/2006/main">
              <a:ext uri="{FF2B5EF4-FFF2-40B4-BE49-F238E27FC236}">
                <a16:creationId xmlns:a16="http://schemas.microsoft.com/office/drawing/2014/main" id="{D2567626-96C0-4713-B8AF-1CCB4DD6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328" y="2467527"/>
            <a:ext cx="145347" cy="1363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214">
            <a:solidFill>
              <a:srgbClr val="2F6FB2"/>
            </a:solidFill>
            <a:prstDash val="solid"/>
          </a:ln>
        </p:spPr>
      </p:sp>
      <p:sp>
        <p:nvSpPr>
          <p:cNvPr id="134" name="spiral-131">
            <a:extLst xmlns:a="http://schemas.openxmlformats.org/drawingml/2006/main">
              <a:ext uri="{FF2B5EF4-FFF2-40B4-BE49-F238E27FC236}">
                <a16:creationId xmlns:a16="http://schemas.microsoft.com/office/drawing/2014/main" id="{97AA3F94-1DD2-4C16-B611-34B019B1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675" y="2603905"/>
            <a:ext cx="125759" cy="1563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350">
            <a:solidFill>
              <a:srgbClr val="2F6FB2"/>
            </a:solidFill>
            <a:prstDash val="solid"/>
          </a:ln>
        </p:spPr>
      </p:sp>
      <p:sp>
        <p:nvSpPr>
          <p:cNvPr id="135" name="spiral-132">
            <a:extLst xmlns:a="http://schemas.openxmlformats.org/drawingml/2006/main">
              <a:ext uri="{FF2B5EF4-FFF2-40B4-BE49-F238E27FC236}">
                <a16:creationId xmlns:a16="http://schemas.microsoft.com/office/drawing/2014/main" id="{6DDE1BED-375C-4879-92BE-E0DDE6F7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434" y="2760295"/>
            <a:ext cx="103415" cy="173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486">
            <a:solidFill>
              <a:srgbClr val="2F6FB2"/>
            </a:solidFill>
            <a:prstDash val="solid"/>
          </a:ln>
        </p:spPr>
      </p:sp>
      <p:sp>
        <p:nvSpPr>
          <p:cNvPr id="136" name="spiral-133">
            <a:extLst xmlns:a="http://schemas.openxmlformats.org/drawingml/2006/main">
              <a:ext uri="{FF2B5EF4-FFF2-40B4-BE49-F238E27FC236}">
                <a16:creationId xmlns:a16="http://schemas.microsoft.com/office/drawing/2014/main" id="{3950AB8A-240C-4A25-8038-EB9582D7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849" y="2933877"/>
            <a:ext cx="78720" cy="187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623">
            <a:solidFill>
              <a:srgbClr val="2F6FB2"/>
            </a:solidFill>
            <a:prstDash val="solid"/>
          </a:ln>
        </p:spPr>
      </p:sp>
      <p:sp>
        <p:nvSpPr>
          <p:cNvPr id="137" name="spiral-134">
            <a:extLst xmlns:a="http://schemas.openxmlformats.org/drawingml/2006/main">
              <a:ext uri="{FF2B5EF4-FFF2-40B4-BE49-F238E27FC236}">
                <a16:creationId xmlns:a16="http://schemas.microsoft.com/office/drawing/2014/main" id="{FF92AA54-4B78-4CF9-87A6-015FD87B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568" y="3121453"/>
            <a:ext cx="52134" cy="1980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759">
            <a:solidFill>
              <a:srgbClr val="2F6FB2"/>
            </a:solidFill>
            <a:prstDash val="solid"/>
          </a:ln>
        </p:spPr>
      </p:sp>
      <p:sp>
        <p:nvSpPr>
          <p:cNvPr id="138" name="spiral-135">
            <a:extLst xmlns:a="http://schemas.openxmlformats.org/drawingml/2006/main">
              <a:ext uri="{FF2B5EF4-FFF2-40B4-BE49-F238E27FC236}">
                <a16:creationId xmlns:a16="http://schemas.microsoft.com/office/drawing/2014/main" id="{C8893A23-977F-4F37-ADBF-676DD227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702" y="3319503"/>
            <a:ext cx="24159" cy="2047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895">
            <a:solidFill>
              <a:srgbClr val="2F6FB2"/>
            </a:solidFill>
            <a:prstDash val="solid"/>
          </a:ln>
        </p:spPr>
      </p:sp>
      <p:sp>
        <p:nvSpPr>
          <p:cNvPr id="139" name="spiral-136">
            <a:extLst xmlns:a="http://schemas.openxmlformats.org/drawingml/2006/main">
              <a:ext uri="{FF2B5EF4-FFF2-40B4-BE49-F238E27FC236}">
                <a16:creationId xmlns:a16="http://schemas.microsoft.com/office/drawing/2014/main" id="{B79DD39D-03C3-408D-8A08-4B75EABD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086194" y="3524250"/>
            <a:ext cx="4667" cy="2074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15375F"/>
            </a:solidFill>
            <a:prstDash val="solid"/>
          </a:ln>
        </p:spPr>
      </p:sp>
      <p:sp>
        <p:nvSpPr>
          <p:cNvPr id="140" name="spiral-137">
            <a:extLst xmlns:a="http://schemas.openxmlformats.org/drawingml/2006/main">
              <a:ext uri="{FF2B5EF4-FFF2-40B4-BE49-F238E27FC236}">
                <a16:creationId xmlns:a16="http://schemas.microsoft.com/office/drawing/2014/main" id="{44AE3DD3-3B59-4B1C-8633-D1BE58CB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052410" y="3731737"/>
            <a:ext cx="33784" cy="206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167">
            <a:solidFill>
              <a:srgbClr val="15375F"/>
            </a:solidFill>
            <a:prstDash val="solid"/>
          </a:ln>
        </p:spPr>
      </p:sp>
      <p:sp>
        <p:nvSpPr>
          <p:cNvPr id="141" name="spiral-138">
            <a:extLst xmlns:a="http://schemas.openxmlformats.org/drawingml/2006/main">
              <a:ext uri="{FF2B5EF4-FFF2-40B4-BE49-F238E27FC236}">
                <a16:creationId xmlns:a16="http://schemas.microsoft.com/office/drawing/2014/main" id="{AAACE3C4-EA05-4486-8098-72A9C722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989793" y="3937897"/>
            <a:ext cx="62617" cy="2007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303">
            <a:solidFill>
              <a:srgbClr val="15375F"/>
            </a:solidFill>
            <a:prstDash val="solid"/>
          </a:ln>
        </p:spPr>
      </p:sp>
      <p:sp>
        <p:nvSpPr>
          <p:cNvPr id="142" name="spiral-139">
            <a:extLst xmlns:a="http://schemas.openxmlformats.org/drawingml/2006/main">
              <a:ext uri="{FF2B5EF4-FFF2-40B4-BE49-F238E27FC236}">
                <a16:creationId xmlns:a16="http://schemas.microsoft.com/office/drawing/2014/main" id="{E90ED7E6-75AE-48CA-8858-90EF85D2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99203" y="4138640"/>
            <a:ext cx="90590" cy="1912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439">
            <a:solidFill>
              <a:srgbClr val="15375F"/>
            </a:solidFill>
            <a:prstDash val="solid"/>
          </a:ln>
        </p:spPr>
      </p:sp>
      <p:sp>
        <p:nvSpPr>
          <p:cNvPr id="143" name="spiral-140">
            <a:extLst xmlns:a="http://schemas.openxmlformats.org/drawingml/2006/main">
              <a:ext uri="{FF2B5EF4-FFF2-40B4-BE49-F238E27FC236}">
                <a16:creationId xmlns:a16="http://schemas.microsoft.com/office/drawing/2014/main" id="{38B89871-6EFA-417C-B9AC-19AC9F51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782066" y="4329927"/>
            <a:ext cx="117137" cy="1779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75F"/>
            </a:solidFill>
            <a:prstDash val="solid"/>
          </a:ln>
        </p:spPr>
      </p:sp>
      <p:sp>
        <p:nvSpPr>
          <p:cNvPr id="144" name="spiral-141">
            <a:extLst xmlns:a="http://schemas.openxmlformats.org/drawingml/2006/main">
              <a:ext uri="{FF2B5EF4-FFF2-40B4-BE49-F238E27FC236}">
                <a16:creationId xmlns:a16="http://schemas.microsoft.com/office/drawing/2014/main" id="{AA9379E4-C30F-471E-BFAB-E9C7F72F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40351" y="4507856"/>
            <a:ext cx="141714" cy="1608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711">
            <a:solidFill>
              <a:srgbClr val="15375F"/>
            </a:solidFill>
            <a:prstDash val="solid"/>
          </a:ln>
        </p:spPr>
      </p:sp>
      <p:sp>
        <p:nvSpPr>
          <p:cNvPr id="145" name="spiral-142">
            <a:extLst xmlns:a="http://schemas.openxmlformats.org/drawingml/2006/main">
              <a:ext uri="{FF2B5EF4-FFF2-40B4-BE49-F238E27FC236}">
                <a16:creationId xmlns:a16="http://schemas.microsoft.com/office/drawing/2014/main" id="{9315C275-F8A5-4850-9070-804BB705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544" y="4668738"/>
            <a:ext cx="163807" cy="140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847">
            <a:solidFill>
              <a:srgbClr val="15375F"/>
            </a:solidFill>
            <a:prstDash val="solid"/>
          </a:ln>
        </p:spPr>
      </p:sp>
      <p:sp>
        <p:nvSpPr>
          <p:cNvPr id="146" name="spiral-143">
            <a:extLst xmlns:a="http://schemas.openxmlformats.org/drawingml/2006/main">
              <a:ext uri="{FF2B5EF4-FFF2-40B4-BE49-F238E27FC236}">
                <a16:creationId xmlns:a16="http://schemas.microsoft.com/office/drawing/2014/main" id="{69162E32-6A17-487F-B218-1E0CF6A0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93597" y="4809177"/>
            <a:ext cx="182948" cy="1169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983">
            <a:solidFill>
              <a:srgbClr val="15375F"/>
            </a:solidFill>
            <a:prstDash val="solid"/>
          </a:ln>
        </p:spPr>
      </p:sp>
      <p:sp>
        <p:nvSpPr>
          <p:cNvPr id="147" name="spiral-144">
            <a:extLst xmlns:a="http://schemas.openxmlformats.org/drawingml/2006/main">
              <a:ext uri="{FF2B5EF4-FFF2-40B4-BE49-F238E27FC236}">
                <a16:creationId xmlns:a16="http://schemas.microsoft.com/office/drawing/2014/main" id="{BBE6719F-EC66-4BD1-92FB-9A968F7D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94878" y="4926138"/>
            <a:ext cx="198718" cy="908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19">
            <a:solidFill>
              <a:srgbClr val="15375F"/>
            </a:solidFill>
            <a:prstDash val="solid"/>
          </a:ln>
        </p:spPr>
      </p:sp>
      <p:sp>
        <p:nvSpPr>
          <p:cNvPr id="148" name="spiral-145">
            <a:extLst xmlns:a="http://schemas.openxmlformats.org/drawingml/2006/main">
              <a:ext uri="{FF2B5EF4-FFF2-40B4-BE49-F238E27FC236}">
                <a16:creationId xmlns:a16="http://schemas.microsoft.com/office/drawing/2014/main" id="{35F6198D-5BBF-4129-842D-3E9BD031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84115" y="5017014"/>
            <a:ext cx="210764" cy="626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255">
            <a:solidFill>
              <a:srgbClr val="15375F"/>
            </a:solidFill>
            <a:prstDash val="solid"/>
          </a:ln>
        </p:spPr>
      </p:sp>
      <p:sp>
        <p:nvSpPr>
          <p:cNvPr id="149" name="spiral-146">
            <a:extLst xmlns:a="http://schemas.openxmlformats.org/drawingml/2006/main">
              <a:ext uri="{FF2B5EF4-FFF2-40B4-BE49-F238E27FC236}">
                <a16:creationId xmlns:a16="http://schemas.microsoft.com/office/drawing/2014/main" id="{17E06E15-E1A8-4AED-A87F-E3EEFCA8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65315" y="5079682"/>
            <a:ext cx="218800" cy="328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391">
            <a:solidFill>
              <a:srgbClr val="15375F"/>
            </a:solidFill>
            <a:prstDash val="solid"/>
          </a:ln>
        </p:spPr>
      </p:sp>
      <p:sp>
        <p:nvSpPr>
          <p:cNvPr id="150" name="spiral-147">
            <a:extLst xmlns:a="http://schemas.openxmlformats.org/drawingml/2006/main">
              <a:ext uri="{FF2B5EF4-FFF2-40B4-BE49-F238E27FC236}">
                <a16:creationId xmlns:a16="http://schemas.microsoft.com/office/drawing/2014/main" id="{784D0B53-0C75-4340-9553-6AB768C8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42698" y="5112550"/>
            <a:ext cx="222617" cy="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528">
            <a:solidFill>
              <a:srgbClr val="15375F"/>
            </a:solidFill>
            <a:prstDash val="solid"/>
          </a:ln>
        </p:spPr>
      </p:sp>
      <p:sp>
        <p:nvSpPr>
          <p:cNvPr id="151" name="spiral-148">
            <a:extLst xmlns:a="http://schemas.openxmlformats.org/drawingml/2006/main">
              <a:ext uri="{FF2B5EF4-FFF2-40B4-BE49-F238E27FC236}">
                <a16:creationId xmlns:a16="http://schemas.microsoft.com/office/drawing/2014/main" id="{A7E6BC3E-FE41-4477-8D78-D4D07C00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609" y="5085409"/>
            <a:ext cx="222088" cy="29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664">
            <a:solidFill>
              <a:srgbClr val="15375F"/>
            </a:solidFill>
            <a:prstDash val="solid"/>
          </a:ln>
        </p:spPr>
      </p:sp>
      <p:sp>
        <p:nvSpPr>
          <p:cNvPr id="152" name="spiral-149">
            <a:extLst xmlns:a="http://schemas.openxmlformats.org/drawingml/2006/main">
              <a:ext uri="{FF2B5EF4-FFF2-40B4-BE49-F238E27FC236}">
                <a16:creationId xmlns:a16="http://schemas.microsoft.com/office/drawing/2014/main" id="{FDDAD28D-1FB9-4A77-9949-CA48BA76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440" y="5025169"/>
            <a:ext cx="217170" cy="602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00">
            <a:solidFill>
              <a:srgbClr val="15375F"/>
            </a:solidFill>
            <a:prstDash val="solid"/>
          </a:ln>
        </p:spPr>
      </p:sp>
      <p:sp>
        <p:nvSpPr>
          <p:cNvPr id="153" name="spiral-150">
            <a:extLst xmlns:a="http://schemas.openxmlformats.org/drawingml/2006/main">
              <a:ext uri="{FF2B5EF4-FFF2-40B4-BE49-F238E27FC236}">
                <a16:creationId xmlns:a16="http://schemas.microsoft.com/office/drawing/2014/main" id="{8E2E354D-2F64-4E6F-8606-7304014F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533" y="4934689"/>
            <a:ext cx="207907" cy="90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936">
            <a:solidFill>
              <a:srgbClr val="15375F"/>
            </a:solidFill>
            <a:prstDash val="solid"/>
          </a:ln>
        </p:spPr>
      </p:sp>
      <p:sp>
        <p:nvSpPr>
          <p:cNvPr id="154" name="spiral-151">
            <a:extLst xmlns:a="http://schemas.openxmlformats.org/drawingml/2006/main">
              <a:ext uri="{FF2B5EF4-FFF2-40B4-BE49-F238E27FC236}">
                <a16:creationId xmlns:a16="http://schemas.microsoft.com/office/drawing/2014/main" id="{33A0EB54-556A-4645-AC3D-167DAC69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03" y="4815387"/>
            <a:ext cx="194429" cy="1193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072">
            <a:solidFill>
              <a:srgbClr val="15375F"/>
            </a:solidFill>
            <a:prstDash val="solid"/>
          </a:ln>
        </p:spPr>
      </p:sp>
      <p:sp>
        <p:nvSpPr>
          <p:cNvPr id="155" name="spiral-152">
            <a:extLst xmlns:a="http://schemas.openxmlformats.org/drawingml/2006/main">
              <a:ext uri="{FF2B5EF4-FFF2-40B4-BE49-F238E27FC236}">
                <a16:creationId xmlns:a16="http://schemas.microsoft.com/office/drawing/2014/main" id="{09E42381-B723-48F4-94DA-9478AC05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150" y="4669268"/>
            <a:ext cx="176954" cy="1461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208">
            <a:solidFill>
              <a:srgbClr val="15375F"/>
            </a:solidFill>
            <a:prstDash val="solid"/>
          </a:ln>
        </p:spPr>
      </p:sp>
      <p:sp>
        <p:nvSpPr>
          <p:cNvPr id="156" name="spiral-153">
            <a:extLst xmlns:a="http://schemas.openxmlformats.org/drawingml/2006/main">
              <a:ext uri="{FF2B5EF4-FFF2-40B4-BE49-F238E27FC236}">
                <a16:creationId xmlns:a16="http://schemas.microsoft.com/office/drawing/2014/main" id="{C01B62F5-1193-4C03-B090-F2FE4378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371" y="4498891"/>
            <a:ext cx="155778" cy="1703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344">
            <a:solidFill>
              <a:srgbClr val="15375F"/>
            </a:solidFill>
            <a:prstDash val="solid"/>
          </a:ln>
        </p:spPr>
      </p:sp>
      <p:sp>
        <p:nvSpPr>
          <p:cNvPr id="157" name="spiral-154">
            <a:extLst xmlns:a="http://schemas.openxmlformats.org/drawingml/2006/main">
              <a:ext uri="{FF2B5EF4-FFF2-40B4-BE49-F238E27FC236}">
                <a16:creationId xmlns:a16="http://schemas.microsoft.com/office/drawing/2014/main" id="{902C32B2-21DF-49DB-8F1A-2FA41615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093" y="4307329"/>
            <a:ext cx="131278" cy="191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5375F"/>
            </a:solidFill>
            <a:prstDash val="solid"/>
          </a:ln>
        </p:spPr>
      </p:sp>
      <p:sp>
        <p:nvSpPr>
          <p:cNvPr id="158" name="spiral-155">
            <a:extLst xmlns:a="http://schemas.openxmlformats.org/drawingml/2006/main">
              <a:ext uri="{FF2B5EF4-FFF2-40B4-BE49-F238E27FC236}">
                <a16:creationId xmlns:a16="http://schemas.microsoft.com/office/drawing/2014/main" id="{0F8C9752-6D38-49EE-859D-DFE31B54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94" y="4098106"/>
            <a:ext cx="103899" cy="2092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616">
            <a:solidFill>
              <a:srgbClr val="15375F"/>
            </a:solidFill>
            <a:prstDash val="solid"/>
          </a:ln>
        </p:spPr>
      </p:sp>
      <p:sp>
        <p:nvSpPr>
          <p:cNvPr id="159" name="spiral-156">
            <a:extLst xmlns:a="http://schemas.openxmlformats.org/drawingml/2006/main">
              <a:ext uri="{FF2B5EF4-FFF2-40B4-BE49-F238E27FC236}">
                <a16:creationId xmlns:a16="http://schemas.microsoft.com/office/drawing/2014/main" id="{FA463E55-0542-4DC8-AA9D-5D937F8E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46" y="3875139"/>
            <a:ext cx="74148" cy="2229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752">
            <a:solidFill>
              <a:srgbClr val="15375F"/>
            </a:solidFill>
            <a:prstDash val="solid"/>
          </a:ln>
        </p:spPr>
      </p:sp>
      <p:sp>
        <p:nvSpPr>
          <p:cNvPr id="160" name="spiral-157">
            <a:extLst xmlns:a="http://schemas.openxmlformats.org/drawingml/2006/main">
              <a:ext uri="{FF2B5EF4-FFF2-40B4-BE49-F238E27FC236}">
                <a16:creationId xmlns:a16="http://schemas.microsoft.com/office/drawing/2014/main" id="{5C42ECA7-882B-49D6-B976-F650AF31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460" y="3642663"/>
            <a:ext cx="42586" cy="232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888">
            <a:solidFill>
              <a:srgbClr val="15375F"/>
            </a:solidFill>
            <a:prstDash val="solid"/>
          </a:ln>
        </p:spPr>
      </p:sp>
      <p:sp>
        <p:nvSpPr>
          <p:cNvPr id="161" name="spiral-158">
            <a:extLst xmlns:a="http://schemas.openxmlformats.org/drawingml/2006/main">
              <a:ext uri="{FF2B5EF4-FFF2-40B4-BE49-F238E27FC236}">
                <a16:creationId xmlns:a16="http://schemas.microsoft.com/office/drawing/2014/main" id="{AFD0F48A-E594-46B2-8BFE-0C77665F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42" y="3405150"/>
            <a:ext cx="9818" cy="2375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024">
            <a:solidFill>
              <a:srgbClr val="15375F"/>
            </a:solidFill>
            <a:prstDash val="solid"/>
          </a:ln>
        </p:spPr>
      </p:sp>
      <p:sp>
        <p:nvSpPr>
          <p:cNvPr id="162" name="spiral-159">
            <a:extLst xmlns:a="http://schemas.openxmlformats.org/drawingml/2006/main">
              <a:ext uri="{FF2B5EF4-FFF2-40B4-BE49-F238E27FC236}">
                <a16:creationId xmlns:a16="http://schemas.microsoft.com/office/drawing/2014/main" id="{C7FF6635-D8FA-49E6-A9A2-DC5FA57C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6642" y="3167222"/>
            <a:ext cx="23525" cy="2379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160">
            <a:solidFill>
              <a:srgbClr val="15375F"/>
            </a:solidFill>
            <a:prstDash val="solid"/>
          </a:ln>
        </p:spPr>
      </p:sp>
      <p:sp>
        <p:nvSpPr>
          <p:cNvPr id="163" name="spiral-160">
            <a:extLst xmlns:a="http://schemas.openxmlformats.org/drawingml/2006/main">
              <a:ext uri="{FF2B5EF4-FFF2-40B4-BE49-F238E27FC236}">
                <a16:creationId xmlns:a16="http://schemas.microsoft.com/office/drawing/2014/main" id="{FF596E5C-4F58-4135-82CF-7BF593EA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30167" y="2933564"/>
            <a:ext cx="56787" cy="2336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296">
            <a:solidFill>
              <a:srgbClr val="15375F"/>
            </a:solidFill>
            <a:prstDash val="solid"/>
          </a:ln>
        </p:spPr>
      </p:sp>
      <p:sp>
        <p:nvSpPr>
          <p:cNvPr id="164" name="spiral-161">
            <a:extLst xmlns:a="http://schemas.openxmlformats.org/drawingml/2006/main">
              <a:ext uri="{FF2B5EF4-FFF2-40B4-BE49-F238E27FC236}">
                <a16:creationId xmlns:a16="http://schemas.microsoft.com/office/drawing/2014/main" id="{294BD3BA-EF77-4FB6-A49D-44433E07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6954" y="2708829"/>
            <a:ext cx="89312" cy="2247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433">
            <a:solidFill>
              <a:srgbClr val="15375F"/>
            </a:solidFill>
            <a:prstDash val="solid"/>
          </a:ln>
        </p:spPr>
      </p:sp>
      <p:sp>
        <p:nvSpPr>
          <p:cNvPr id="165" name="spiral-162">
            <a:extLst xmlns:a="http://schemas.openxmlformats.org/drawingml/2006/main">
              <a:ext uri="{FF2B5EF4-FFF2-40B4-BE49-F238E27FC236}">
                <a16:creationId xmlns:a16="http://schemas.microsoft.com/office/drawing/2014/main" id="{F248C4F6-36ED-46A5-8F11-26DC3AC3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76266" y="2497546"/>
            <a:ext cx="120447" cy="2112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569">
            <a:solidFill>
              <a:srgbClr val="15375F"/>
            </a:solidFill>
            <a:prstDash val="solid"/>
          </a:ln>
        </p:spPr>
      </p:sp>
      <p:sp>
        <p:nvSpPr>
          <p:cNvPr id="166" name="spiral-163">
            <a:extLst xmlns:a="http://schemas.openxmlformats.org/drawingml/2006/main">
              <a:ext uri="{FF2B5EF4-FFF2-40B4-BE49-F238E27FC236}">
                <a16:creationId xmlns:a16="http://schemas.microsoft.com/office/drawing/2014/main" id="{9B7904F0-37A1-4387-92B2-D87905C6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96713" y="2304031"/>
            <a:ext cx="149563" cy="1935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05">
            <a:solidFill>
              <a:srgbClr val="15375F"/>
            </a:solidFill>
            <a:prstDash val="solid"/>
          </a:ln>
        </p:spPr>
      </p:sp>
      <p:sp>
        <p:nvSpPr>
          <p:cNvPr id="167" name="spiral-164">
            <a:extLst xmlns:a="http://schemas.openxmlformats.org/drawingml/2006/main">
              <a:ext uri="{FF2B5EF4-FFF2-40B4-BE49-F238E27FC236}">
                <a16:creationId xmlns:a16="http://schemas.microsoft.com/office/drawing/2014/main" id="{6B976474-838B-49CF-850D-4204F9C3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46276" y="2132295"/>
            <a:ext cx="176060" cy="1717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841">
            <a:solidFill>
              <a:srgbClr val="15375F"/>
            </a:solidFill>
            <a:prstDash val="solid"/>
          </a:ln>
        </p:spPr>
      </p:sp>
      <p:sp>
        <p:nvSpPr>
          <p:cNvPr id="168" name="spiral-165">
            <a:extLst xmlns:a="http://schemas.openxmlformats.org/drawingml/2006/main">
              <a:ext uri="{FF2B5EF4-FFF2-40B4-BE49-F238E27FC236}">
                <a16:creationId xmlns:a16="http://schemas.microsoft.com/office/drawing/2014/main" id="{31B6A7E8-7DA2-43BB-A7C4-021F22E3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22336" y="1985966"/>
            <a:ext cx="199386" cy="1463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977">
            <a:solidFill>
              <a:srgbClr val="15375F"/>
            </a:solidFill>
            <a:prstDash val="solid"/>
          </a:ln>
        </p:spPr>
      </p:sp>
      <p:sp>
        <p:nvSpPr>
          <p:cNvPr id="169" name="spiral-166">
            <a:extLst xmlns:a="http://schemas.openxmlformats.org/drawingml/2006/main">
              <a:ext uri="{FF2B5EF4-FFF2-40B4-BE49-F238E27FC236}">
                <a16:creationId xmlns:a16="http://schemas.microsoft.com/office/drawing/2014/main" id="{7AA4B158-ECB6-435D-89B0-27117F1C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21721" y="1868207"/>
            <a:ext cx="219044" cy="1177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113">
            <a:solidFill>
              <a:srgbClr val="15375F"/>
            </a:solidFill>
            <a:prstDash val="solid"/>
          </a:ln>
        </p:spPr>
      </p:sp>
      <p:sp>
        <p:nvSpPr>
          <p:cNvPr id="170" name="spiral-167">
            <a:extLst xmlns:a="http://schemas.openxmlformats.org/drawingml/2006/main">
              <a:ext uri="{FF2B5EF4-FFF2-40B4-BE49-F238E27FC236}">
                <a16:creationId xmlns:a16="http://schemas.microsoft.com/office/drawing/2014/main" id="{3EDF78DA-93B7-4278-AF50-65E040AA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40765" y="1781656"/>
            <a:ext cx="234607" cy="865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249">
            <a:solidFill>
              <a:srgbClr val="15375F"/>
            </a:solidFill>
            <a:prstDash val="solid"/>
          </a:ln>
        </p:spPr>
      </p:sp>
      <p:sp>
        <p:nvSpPr>
          <p:cNvPr id="171" name="spiral-168">
            <a:extLst xmlns:a="http://schemas.openxmlformats.org/drawingml/2006/main">
              <a:ext uri="{FF2B5EF4-FFF2-40B4-BE49-F238E27FC236}">
                <a16:creationId xmlns:a16="http://schemas.microsoft.com/office/drawing/2014/main" id="{CF9E52B4-38DC-445C-8645-1FB80CB8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5373" y="1728360"/>
            <a:ext cx="245722" cy="53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385">
            <a:solidFill>
              <a:srgbClr val="15375F"/>
            </a:solidFill>
            <a:prstDash val="solid"/>
          </a:ln>
        </p:spPr>
      </p:sp>
      <p:sp>
        <p:nvSpPr>
          <p:cNvPr id="172" name="spiral-169">
            <a:extLst xmlns:a="http://schemas.openxmlformats.org/drawingml/2006/main">
              <a:ext uri="{FF2B5EF4-FFF2-40B4-BE49-F238E27FC236}">
                <a16:creationId xmlns:a16="http://schemas.microsoft.com/office/drawing/2014/main" id="{14F4408D-A3D7-4972-88F3-F6E9FD1E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21094" y="1709732"/>
            <a:ext cx="252120" cy="18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521">
            <a:solidFill>
              <a:srgbClr val="15375F"/>
            </a:solidFill>
            <a:prstDash val="solid"/>
          </a:ln>
        </p:spPr>
      </p:sp>
      <p:sp>
        <p:nvSpPr>
          <p:cNvPr id="173" name="spiral-170">
            <a:extLst xmlns:a="http://schemas.openxmlformats.org/drawingml/2006/main">
              <a:ext uri="{FF2B5EF4-FFF2-40B4-BE49-F238E27FC236}">
                <a16:creationId xmlns:a16="http://schemas.microsoft.com/office/drawing/2014/main" id="{69296470-BCAF-421E-8B7D-095839EB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214" y="1709732"/>
            <a:ext cx="253624" cy="16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657">
            <a:solidFill>
              <a:srgbClr val="15375F"/>
            </a:solidFill>
            <a:prstDash val="solid"/>
          </a:ln>
        </p:spPr>
      </p:sp>
      <p:sp>
        <p:nvSpPr>
          <p:cNvPr id="174" name="spiral-171">
            <a:extLst xmlns:a="http://schemas.openxmlformats.org/drawingml/2006/main">
              <a:ext uri="{FF2B5EF4-FFF2-40B4-BE49-F238E27FC236}">
                <a16:creationId xmlns:a16="http://schemas.microsoft.com/office/drawing/2014/main" id="{47A5092B-7C33-4D0F-9C6D-2829DA45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839" y="1726517"/>
            <a:ext cx="250152" cy="522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793">
            <a:solidFill>
              <a:srgbClr val="15375F"/>
            </a:solidFill>
            <a:prstDash val="solid"/>
          </a:ln>
        </p:spPr>
      </p:sp>
      <p:sp>
        <p:nvSpPr>
          <p:cNvPr id="175" name="spiral-172">
            <a:extLst xmlns:a="http://schemas.openxmlformats.org/drawingml/2006/main">
              <a:ext uri="{FF2B5EF4-FFF2-40B4-BE49-F238E27FC236}">
                <a16:creationId xmlns:a16="http://schemas.microsoft.com/office/drawing/2014/main" id="{193F41AE-BFFB-40BA-98DC-A2E8792D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991" y="1778769"/>
            <a:ext cx="241719" cy="87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929">
            <a:solidFill>
              <a:srgbClr val="15375F"/>
            </a:solidFill>
            <a:prstDash val="solid"/>
          </a:ln>
        </p:spPr>
      </p:sp>
      <p:sp>
        <p:nvSpPr>
          <p:cNvPr id="176" name="spiral-173">
            <a:extLst xmlns:a="http://schemas.openxmlformats.org/drawingml/2006/main">
              <a:ext uri="{FF2B5EF4-FFF2-40B4-BE49-F238E27FC236}">
                <a16:creationId xmlns:a16="http://schemas.microsoft.com/office/drawing/2014/main" id="{1F341F85-1ED9-4FDC-A35D-80386D6E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710" y="1865841"/>
            <a:ext cx="228437" cy="120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065">
            <a:solidFill>
              <a:srgbClr val="15375F"/>
            </a:solidFill>
            <a:prstDash val="solid"/>
          </a:ln>
        </p:spPr>
      </p:sp>
      <p:sp>
        <p:nvSpPr>
          <p:cNvPr id="177" name="spiral-174">
            <a:extLst xmlns:a="http://schemas.openxmlformats.org/drawingml/2006/main">
              <a:ext uri="{FF2B5EF4-FFF2-40B4-BE49-F238E27FC236}">
                <a16:creationId xmlns:a16="http://schemas.microsoft.com/office/drawing/2014/main" id="{D8354558-E3DA-4109-A6FE-A639DA6D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147" y="1986393"/>
            <a:ext cx="210519" cy="1520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201">
            <a:solidFill>
              <a:srgbClr val="15375F"/>
            </a:solidFill>
            <a:prstDash val="solid"/>
          </a:ln>
        </p:spPr>
      </p:sp>
      <p:sp>
        <p:nvSpPr>
          <p:cNvPr id="178" name="spiral-175">
            <a:extLst xmlns:a="http://schemas.openxmlformats.org/drawingml/2006/main">
              <a:ext uri="{FF2B5EF4-FFF2-40B4-BE49-F238E27FC236}">
                <a16:creationId xmlns:a16="http://schemas.microsoft.com/office/drawing/2014/main" id="{8078983F-CC8A-4297-8BF3-2E81912B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66" y="2138410"/>
            <a:ext cx="188267" cy="180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15375F"/>
            </a:solidFill>
            <a:prstDash val="solid"/>
          </a:ln>
        </p:spPr>
      </p:sp>
      <p:sp>
        <p:nvSpPr>
          <p:cNvPr id="179" name="spiral-176">
            <a:extLst xmlns:a="http://schemas.openxmlformats.org/drawingml/2006/main">
              <a:ext uri="{FF2B5EF4-FFF2-40B4-BE49-F238E27FC236}">
                <a16:creationId xmlns:a16="http://schemas.microsoft.com/office/drawing/2014/main" id="{98635F3E-D71F-4BF2-AB0F-D8994C50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933" y="2319233"/>
            <a:ext cx="162076" cy="2063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474">
            <a:solidFill>
              <a:srgbClr val="15375F"/>
            </a:solidFill>
            <a:prstDash val="solid"/>
          </a:ln>
        </p:spPr>
      </p:sp>
      <p:sp>
        <p:nvSpPr>
          <p:cNvPr id="180" name="spiral-177">
            <a:extLst xmlns:a="http://schemas.openxmlformats.org/drawingml/2006/main">
              <a:ext uri="{FF2B5EF4-FFF2-40B4-BE49-F238E27FC236}">
                <a16:creationId xmlns:a16="http://schemas.microsoft.com/office/drawing/2014/main" id="{441C368C-23A7-4409-8F4E-C75A08F9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009" y="2525609"/>
            <a:ext cx="132421" cy="2281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610">
            <a:solidFill>
              <a:srgbClr val="15375F"/>
            </a:solidFill>
            <a:prstDash val="solid"/>
          </a:ln>
        </p:spPr>
      </p:sp>
      <p:sp>
        <p:nvSpPr>
          <p:cNvPr id="181" name="spiral-178">
            <a:extLst xmlns:a="http://schemas.openxmlformats.org/drawingml/2006/main">
              <a:ext uri="{FF2B5EF4-FFF2-40B4-BE49-F238E27FC236}">
                <a16:creationId xmlns:a16="http://schemas.microsoft.com/office/drawing/2014/main" id="{E309A33A-D51B-4D42-BBF4-2D37656D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431" y="2753746"/>
            <a:ext cx="99852" cy="2456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746">
            <a:solidFill>
              <a:srgbClr val="15375F"/>
            </a:solidFill>
            <a:prstDash val="solid"/>
          </a:ln>
        </p:spPr>
      </p:sp>
      <p:sp>
        <p:nvSpPr>
          <p:cNvPr id="182" name="spiral-179">
            <a:extLst xmlns:a="http://schemas.openxmlformats.org/drawingml/2006/main">
              <a:ext uri="{FF2B5EF4-FFF2-40B4-BE49-F238E27FC236}">
                <a16:creationId xmlns:a16="http://schemas.microsoft.com/office/drawing/2014/main" id="{FC8EC09D-2BE8-4072-A896-465EA7E3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283" y="2999382"/>
            <a:ext cx="64980" cy="25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882">
            <a:solidFill>
              <a:srgbClr val="15375F"/>
            </a:solidFill>
            <a:prstDash val="solid"/>
          </a:ln>
        </p:spPr>
      </p:sp>
      <p:sp>
        <p:nvSpPr>
          <p:cNvPr id="183" name="spiral-180">
            <a:extLst xmlns:a="http://schemas.openxmlformats.org/drawingml/2006/main">
              <a:ext uri="{FF2B5EF4-FFF2-40B4-BE49-F238E27FC236}">
                <a16:creationId xmlns:a16="http://schemas.microsoft.com/office/drawing/2014/main" id="{515AF8E3-8F00-450E-B99A-792A335F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262" y="3257867"/>
            <a:ext cx="28469" cy="2663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018">
            <a:solidFill>
              <a:srgbClr val="15375F"/>
            </a:solidFill>
            <a:prstDash val="solid"/>
          </a:ln>
        </p:spPr>
      </p:sp>
      <p:sp>
        <p:nvSpPr>
          <p:cNvPr id="184" name="spiral-core">
            <a:extLst xmlns:a="http://schemas.openxmlformats.org/drawingml/2006/main">
              <a:ext uri="{FF2B5EF4-FFF2-40B4-BE49-F238E27FC236}">
                <a16:creationId xmlns:a16="http://schemas.microsoft.com/office/drawing/2014/main" id="{97FED2AF-E820-4B45-8EDE-5469A725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81350"/>
            <a:ext cx="1104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375F"/>
          </a:solidFill>
          <a:ln xmlns:a="http://schemas.openxmlformats.org/drawingml/2006/main" w="14288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不变内核｜业务价值可验证</a:t>
            </a:r>
          </a:p>
        </p:txBody>
      </p:sp>
      <p:sp>
        <p:nvSpPr>
          <p:cNvPr id="185" name="spiral-node-1-1">
            <a:extLst xmlns:a="http://schemas.openxmlformats.org/drawingml/2006/main">
              <a:ext uri="{FF2B5EF4-FFF2-40B4-BE49-F238E27FC236}">
                <a16:creationId xmlns:a16="http://schemas.microsoft.com/office/drawing/2014/main" id="{2ADE4851-96E1-4555-AD97-0EBCF66A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05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6" name="spiral-node-1-2">
            <a:extLst xmlns:a="http://schemas.openxmlformats.org/drawingml/2006/main">
              <a:ext uri="{FF2B5EF4-FFF2-40B4-BE49-F238E27FC236}">
                <a16:creationId xmlns:a16="http://schemas.microsoft.com/office/drawing/2014/main" id="{94E565B0-D1A2-4A96-AAF6-0732838C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7" name="spiral-node-1-3">
            <a:extLst xmlns:a="http://schemas.openxmlformats.org/drawingml/2006/main">
              <a:ext uri="{FF2B5EF4-FFF2-40B4-BE49-F238E27FC236}">
                <a16:creationId xmlns:a16="http://schemas.microsoft.com/office/drawing/2014/main" id="{975A97FA-FE94-472C-8EC4-C73019CA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76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8" name="spiral-node-1-4">
            <a:extLst xmlns:a="http://schemas.openxmlformats.org/drawingml/2006/main">
              <a:ext uri="{FF2B5EF4-FFF2-40B4-BE49-F238E27FC236}">
                <a16:creationId xmlns:a16="http://schemas.microsoft.com/office/drawing/2014/main" id="{E747F290-B2D9-4152-9F93-6EC661B7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9" name="level-1">
            <a:extLst xmlns:a="http://schemas.openxmlformats.org/drawingml/2006/main">
              <a:ext uri="{FF2B5EF4-FFF2-40B4-BE49-F238E27FC236}">
                <a16:creationId xmlns:a16="http://schemas.microsoft.com/office/drawing/2014/main" id="{8194262A-83B2-4067-A6D3-ED8D5C08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238250"/>
            <a:ext cx="4229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L1 试点｜0–3 个月｜单场景验证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证据 首个可用案例｜退出 ROI 达到 1.2</a:t>
            </a:r>
          </a:p>
        </p:txBody>
      </p:sp>
      <p:sp>
        <p:nvSpPr>
          <p:cNvPr id="190" name="action-card-1-1">
            <a:extLst xmlns:a="http://schemas.openxmlformats.org/drawingml/2006/main">
              <a:ext uri="{FF2B5EF4-FFF2-40B4-BE49-F238E27FC236}">
                <a16:creationId xmlns:a16="http://schemas.microsoft.com/office/drawing/2014/main" id="{3FA4BD62-AC4C-4269-AE8A-54D4EA06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1 设计｜定义试点</a:t>
            </a:r>
          </a:p>
        </p:txBody>
      </p:sp>
      <p:sp>
        <p:nvSpPr>
          <p:cNvPr id="191" name="action-card-1-2">
            <a:extLst xmlns:a="http://schemas.openxmlformats.org/drawingml/2006/main">
              <a:ext uri="{FF2B5EF4-FFF2-40B4-BE49-F238E27FC236}">
                <a16:creationId xmlns:a16="http://schemas.microsoft.com/office/drawing/2014/main" id="{45B82575-7890-4435-9152-80B7E7B3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145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2 执行｜跑通首例</a:t>
            </a:r>
          </a:p>
        </p:txBody>
      </p:sp>
      <p:sp>
        <p:nvSpPr>
          <p:cNvPr id="192" name="action-card-1-3">
            <a:extLst xmlns:a="http://schemas.openxmlformats.org/drawingml/2006/main">
              <a:ext uri="{FF2B5EF4-FFF2-40B4-BE49-F238E27FC236}">
                <a16:creationId xmlns:a16="http://schemas.microsoft.com/office/drawing/2014/main" id="{B7281E78-C7F1-44C1-B37D-B551CA6D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3 度量｜测算 ROI</a:t>
            </a:r>
          </a:p>
        </p:txBody>
      </p:sp>
      <p:sp>
        <p:nvSpPr>
          <p:cNvPr id="193" name="action-card-1-4">
            <a:extLst xmlns:a="http://schemas.openxmlformats.org/drawingml/2006/main">
              <a:ext uri="{FF2B5EF4-FFF2-40B4-BE49-F238E27FC236}">
                <a16:creationId xmlns:a16="http://schemas.microsoft.com/office/drawing/2014/main" id="{B89064E8-D4EA-4B4B-9ADE-E355B9DE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4 沉淀｜记录经验</a:t>
            </a:r>
          </a:p>
        </p:txBody>
      </p:sp>
      <p:sp>
        <p:nvSpPr>
          <p:cNvPr id="194" name="gate-1">
            <a:extLst xmlns:a="http://schemas.openxmlformats.org/drawingml/2006/main">
              <a:ext uri="{FF2B5EF4-FFF2-40B4-BE49-F238E27FC236}">
                <a16:creationId xmlns:a16="http://schemas.microsoft.com/office/drawing/2014/main" id="{46508AE8-2ADD-4444-BEEA-877AEB1A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87297"/>
            <a:ext cx="304800" cy="304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195" name="spiral-node-2-1">
            <a:extLst xmlns:a="http://schemas.openxmlformats.org/drawingml/2006/main">
              <a:ext uri="{FF2B5EF4-FFF2-40B4-BE49-F238E27FC236}">
                <a16:creationId xmlns:a16="http://schemas.microsoft.com/office/drawing/2014/main" id="{66FBBD80-3876-4E09-A53A-E83FABFA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261" y="2328778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6" name="spiral-node-2-2">
            <a:extLst xmlns:a="http://schemas.openxmlformats.org/drawingml/2006/main">
              <a:ext uri="{FF2B5EF4-FFF2-40B4-BE49-F238E27FC236}">
                <a16:creationId xmlns:a16="http://schemas.microsoft.com/office/drawing/2014/main" id="{4B783DB5-D6F6-4546-A2C9-5CE2375B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622" y="3616661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7" name="spiral-node-2-3">
            <a:extLst xmlns:a="http://schemas.openxmlformats.org/drawingml/2006/main">
              <a:ext uri="{FF2B5EF4-FFF2-40B4-BE49-F238E27FC236}">
                <a16:creationId xmlns:a16="http://schemas.microsoft.com/office/drawing/2014/main" id="{6909994F-5778-4759-8839-DC4D1AB3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739" y="445302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8" name="spiral-node-2-4">
            <a:extLst xmlns:a="http://schemas.openxmlformats.org/drawingml/2006/main">
              <a:ext uri="{FF2B5EF4-FFF2-40B4-BE49-F238E27FC236}">
                <a16:creationId xmlns:a16="http://schemas.microsoft.com/office/drawing/2014/main" id="{05C14DA2-E1CA-44C3-8D61-197FEA00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378" y="3165139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9" name="level-2">
            <a:extLst xmlns:a="http://schemas.openxmlformats.org/drawingml/2006/main">
              <a:ext uri="{FF2B5EF4-FFF2-40B4-BE49-F238E27FC236}">
                <a16:creationId xmlns:a16="http://schemas.microsoft.com/office/drawing/2014/main" id="{E1445475-AEB1-4B18-844A-FF67AD68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05050"/>
            <a:ext cx="4229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L2 复制｜4–6 个月｜跨团队复用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证据 三个团队采用｜退出 复用率达到 60%</a:t>
            </a:r>
          </a:p>
        </p:txBody>
      </p:sp>
      <p:sp>
        <p:nvSpPr>
          <p:cNvPr id="200" name="action-card-2-1">
            <a:extLst xmlns:a="http://schemas.openxmlformats.org/drawingml/2006/main">
              <a:ext uri="{FF2B5EF4-FFF2-40B4-BE49-F238E27FC236}">
                <a16:creationId xmlns:a16="http://schemas.microsoft.com/office/drawing/2014/main" id="{763A6C51-87A7-4467-A967-335AA1B8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813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1 设计｜复制标准</a:t>
            </a:r>
          </a:p>
        </p:txBody>
      </p:sp>
      <p:sp>
        <p:nvSpPr>
          <p:cNvPr id="201" name="action-card-2-2">
            <a:extLst xmlns:a="http://schemas.openxmlformats.org/drawingml/2006/main">
              <a:ext uri="{FF2B5EF4-FFF2-40B4-BE49-F238E27FC236}">
                <a16:creationId xmlns:a16="http://schemas.microsoft.com/office/drawing/2014/main" id="{BF81512D-B669-4E57-A3EA-80508BE4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2 执行｜部署团队</a:t>
            </a:r>
          </a:p>
        </p:txBody>
      </p:sp>
      <p:sp>
        <p:nvSpPr>
          <p:cNvPr id="202" name="action-card-2-3">
            <a:extLst xmlns:a="http://schemas.openxmlformats.org/drawingml/2006/main">
              <a:ext uri="{FF2B5EF4-FFF2-40B4-BE49-F238E27FC236}">
                <a16:creationId xmlns:a16="http://schemas.microsoft.com/office/drawing/2014/main" id="{FFE392A8-7F9D-4467-A787-38BD4D1D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67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3 度量｜比较成效</a:t>
            </a:r>
          </a:p>
        </p:txBody>
      </p:sp>
      <p:sp>
        <p:nvSpPr>
          <p:cNvPr id="203" name="action-card-2-4">
            <a:extLst xmlns:a="http://schemas.openxmlformats.org/drawingml/2006/main">
              <a:ext uri="{FF2B5EF4-FFF2-40B4-BE49-F238E27FC236}">
                <a16:creationId xmlns:a16="http://schemas.microsoft.com/office/drawing/2014/main" id="{951798EC-6522-4B43-9B82-FC631368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4 沉淀｜修订模板</a:t>
            </a:r>
          </a:p>
        </p:txBody>
      </p:sp>
      <p:sp>
        <p:nvSpPr>
          <p:cNvPr id="204" name="gate-2">
            <a:extLst xmlns:a="http://schemas.openxmlformats.org/drawingml/2006/main">
              <a:ext uri="{FF2B5EF4-FFF2-40B4-BE49-F238E27FC236}">
                <a16:creationId xmlns:a16="http://schemas.microsoft.com/office/drawing/2014/main" id="{A0B42923-CEC2-4A02-AD8F-05DFD065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44427"/>
            <a:ext cx="304800" cy="304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205" name="spiral-node-3-1">
            <a:extLst xmlns:a="http://schemas.openxmlformats.org/drawingml/2006/main">
              <a:ext uri="{FF2B5EF4-FFF2-40B4-BE49-F238E27FC236}">
                <a16:creationId xmlns:a16="http://schemas.microsoft.com/office/drawing/2014/main" id="{E1652626-CC9F-4F29-B697-8C9ACA5C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870" y="203346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6" name="spiral-node-3-2">
            <a:extLst xmlns:a="http://schemas.openxmlformats.org/drawingml/2006/main">
              <a:ext uri="{FF2B5EF4-FFF2-40B4-BE49-F238E27FC236}">
                <a16:creationId xmlns:a16="http://schemas.microsoft.com/office/drawing/2014/main" id="{42C9CB96-0B39-49C5-AA10-E87FBB84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937" y="399527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7" name="spiral-node-3-3">
            <a:extLst xmlns:a="http://schemas.openxmlformats.org/drawingml/2006/main">
              <a:ext uri="{FF2B5EF4-FFF2-40B4-BE49-F238E27FC236}">
                <a16:creationId xmlns:a16="http://schemas.microsoft.com/office/drawing/2014/main" id="{4214FB1B-4DA4-465B-9DC3-545ED44A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130" y="4748337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8" name="spiral-node-3-4">
            <a:extLst xmlns:a="http://schemas.openxmlformats.org/drawingml/2006/main">
              <a:ext uri="{FF2B5EF4-FFF2-40B4-BE49-F238E27FC236}">
                <a16:creationId xmlns:a16="http://schemas.microsoft.com/office/drawing/2014/main" id="{189C2D35-ED5A-4C59-869C-459C8275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63" y="278653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9" name="level-3">
            <a:extLst xmlns:a="http://schemas.openxmlformats.org/drawingml/2006/main">
              <a:ext uri="{FF2B5EF4-FFF2-40B4-BE49-F238E27FC236}">
                <a16:creationId xmlns:a16="http://schemas.microsoft.com/office/drawing/2014/main" id="{A1CA4717-1DBE-49C4-8B8F-DD9E576E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71850"/>
            <a:ext cx="4229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L3 标准化｜7–9 个月｜统一规则运行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证据 流程与指标固化｜退出 偏差率低于 10%</a:t>
            </a:r>
          </a:p>
        </p:txBody>
      </p:sp>
      <p:sp>
        <p:nvSpPr>
          <p:cNvPr id="210" name="action-card-3-1">
            <a:extLst xmlns:a="http://schemas.openxmlformats.org/drawingml/2006/main">
              <a:ext uri="{FF2B5EF4-FFF2-40B4-BE49-F238E27FC236}">
                <a16:creationId xmlns:a16="http://schemas.microsoft.com/office/drawing/2014/main" id="{51D1BC2A-E9E6-4AEF-9108-95741412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481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1 设计｜固化流程</a:t>
            </a:r>
          </a:p>
        </p:txBody>
      </p:sp>
      <p:sp>
        <p:nvSpPr>
          <p:cNvPr id="211" name="action-card-3-2">
            <a:extLst xmlns:a="http://schemas.openxmlformats.org/drawingml/2006/main">
              <a:ext uri="{FF2B5EF4-FFF2-40B4-BE49-F238E27FC236}">
                <a16:creationId xmlns:a16="http://schemas.microsoft.com/office/drawing/2014/main" id="{B96980A3-49A5-4CAB-AAE9-A60A2C0D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2 执行｜自动校验</a:t>
            </a:r>
          </a:p>
        </p:txBody>
      </p:sp>
      <p:sp>
        <p:nvSpPr>
          <p:cNvPr id="212" name="action-card-3-3">
            <a:extLst xmlns:a="http://schemas.openxmlformats.org/drawingml/2006/main">
              <a:ext uri="{FF2B5EF4-FFF2-40B4-BE49-F238E27FC236}">
                <a16:creationId xmlns:a16="http://schemas.microsoft.com/office/drawing/2014/main" id="{AC8D9D9F-B245-4F94-9583-8617FEEF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338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3 度量｜监控偏差</a:t>
            </a:r>
          </a:p>
        </p:txBody>
      </p:sp>
      <p:sp>
        <p:nvSpPr>
          <p:cNvPr id="213" name="action-card-3-4">
            <a:extLst xmlns:a="http://schemas.openxmlformats.org/drawingml/2006/main">
              <a:ext uri="{FF2B5EF4-FFF2-40B4-BE49-F238E27FC236}">
                <a16:creationId xmlns:a16="http://schemas.microsoft.com/office/drawing/2014/main" id="{D6364F04-D4FB-43A0-ACD0-D3CF875D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338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4 沉淀｜发布标准</a:t>
            </a:r>
          </a:p>
        </p:txBody>
      </p:sp>
      <p:sp>
        <p:nvSpPr>
          <p:cNvPr id="214" name="gate-3">
            <a:extLst xmlns:a="http://schemas.openxmlformats.org/drawingml/2006/main">
              <a:ext uri="{FF2B5EF4-FFF2-40B4-BE49-F238E27FC236}">
                <a16:creationId xmlns:a16="http://schemas.microsoft.com/office/drawing/2014/main" id="{8BB8060A-C7CA-4811-BB00-12263287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1557"/>
            <a:ext cx="304800" cy="304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215" name="spiral-node-4-1">
            <a:extLst xmlns:a="http://schemas.openxmlformats.org/drawingml/2006/main">
              <a:ext uri="{FF2B5EF4-FFF2-40B4-BE49-F238E27FC236}">
                <a16:creationId xmlns:a16="http://schemas.microsoft.com/office/drawing/2014/main" id="{A7498FDF-C5AF-42A2-9079-3B5B86E9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034" y="1865134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6" name="spiral-node-4-2">
            <a:extLst xmlns:a="http://schemas.openxmlformats.org/drawingml/2006/main">
              <a:ext uri="{FF2B5EF4-FFF2-40B4-BE49-F238E27FC236}">
                <a16:creationId xmlns:a16="http://schemas.microsoft.com/office/drawing/2014/main" id="{27F1A503-764F-45E9-BC65-A594852C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266" y="4499434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7" name="spiral-node-4-3">
            <a:extLst xmlns:a="http://schemas.openxmlformats.org/drawingml/2006/main">
              <a:ext uri="{FF2B5EF4-FFF2-40B4-BE49-F238E27FC236}">
                <a16:creationId xmlns:a16="http://schemas.microsoft.com/office/drawing/2014/main" id="{A38C9C99-1641-4826-AB41-40216AA4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966" y="4916666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8" name="spiral-node-4-4">
            <a:extLst xmlns:a="http://schemas.openxmlformats.org/drawingml/2006/main">
              <a:ext uri="{FF2B5EF4-FFF2-40B4-BE49-F238E27FC236}">
                <a16:creationId xmlns:a16="http://schemas.microsoft.com/office/drawing/2014/main" id="{8DCA0CBF-B41F-48DA-9133-8612CCDE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34" y="2282366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9" name="level-4">
            <a:extLst xmlns:a="http://schemas.openxmlformats.org/drawingml/2006/main">
              <a:ext uri="{FF2B5EF4-FFF2-40B4-BE49-F238E27FC236}">
                <a16:creationId xmlns:a16="http://schemas.microsoft.com/office/drawing/2014/main" id="{E00A2EFC-97D8-4861-A128-8AF495E2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38650"/>
            <a:ext cx="4229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L4 自我优化｜10–12 个月｜数据持续反哺</a:t>
            </a:r>
          </a:p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证据 季度自动迭代｜退出 效果连续两季提升</a:t>
            </a:r>
          </a:p>
        </p:txBody>
      </p:sp>
      <p:sp>
        <p:nvSpPr>
          <p:cNvPr id="220" name="action-card-4-1">
            <a:extLst xmlns:a="http://schemas.openxmlformats.org/drawingml/2006/main">
              <a:ext uri="{FF2B5EF4-FFF2-40B4-BE49-F238E27FC236}">
                <a16:creationId xmlns:a16="http://schemas.microsoft.com/office/drawing/2014/main" id="{4EBD4C41-A3B9-4201-ADF1-41B0859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149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762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 设计｜优化规则</a:t>
            </a:r>
          </a:p>
        </p:txBody>
      </p:sp>
      <p:sp>
        <p:nvSpPr>
          <p:cNvPr id="221" name="action-card-4-2">
            <a:extLst xmlns:a="http://schemas.openxmlformats.org/drawingml/2006/main">
              <a:ext uri="{FF2B5EF4-FFF2-40B4-BE49-F238E27FC236}">
                <a16:creationId xmlns:a16="http://schemas.microsoft.com/office/drawing/2014/main" id="{641BE362-9D8D-4F25-BA38-D4399F3B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762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2 执行｜自主运行</a:t>
            </a:r>
          </a:p>
        </p:txBody>
      </p:sp>
      <p:sp>
        <p:nvSpPr>
          <p:cNvPr id="222" name="action-card-4-3">
            <a:extLst xmlns:a="http://schemas.openxmlformats.org/drawingml/2006/main">
              <a:ext uri="{FF2B5EF4-FFF2-40B4-BE49-F238E27FC236}">
                <a16:creationId xmlns:a16="http://schemas.microsoft.com/office/drawing/2014/main" id="{4351DCC0-2EB1-4F5D-B360-898DB9A5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006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762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3 度量｜预测影响</a:t>
            </a:r>
          </a:p>
        </p:txBody>
      </p:sp>
      <p:sp>
        <p:nvSpPr>
          <p:cNvPr id="223" name="action-card-4-4">
            <a:extLst xmlns:a="http://schemas.openxmlformats.org/drawingml/2006/main">
              <a:ext uri="{FF2B5EF4-FFF2-40B4-BE49-F238E27FC236}">
                <a16:creationId xmlns:a16="http://schemas.microsoft.com/office/drawing/2014/main" id="{017B38B6-C8A6-4C6F-8F15-D734B3BD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006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762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4 沉淀｜数据回灌</a:t>
            </a:r>
          </a:p>
        </p:txBody>
      </p:sp>
      <p:sp>
        <p:nvSpPr>
          <p:cNvPr id="225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7F109A2C-6733-4E6B-A0D7-1F883524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956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经验回灌</a:t>
            </a:r>
          </a:p>
        </p:txBody>
      </p:sp>
      <p:sp>
        <p:nvSpPr>
          <p:cNvPr id="226" name="score-title">
            <a:extLst xmlns:a="http://schemas.openxmlformats.org/drawingml/2006/main">
              <a:ext uri="{FF2B5EF4-FFF2-40B4-BE49-F238E27FC236}">
                <a16:creationId xmlns:a16="http://schemas.microsoft.com/office/drawing/2014/main" id="{8E8D657A-5D99-4CC6-BD90-F33EFAA3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3525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成熟度水位</a:t>
            </a:r>
          </a:p>
        </p:txBody>
      </p:sp>
      <p:sp>
        <p:nvSpPr>
          <p:cNvPr id="227" name="score-1">
            <a:extLst xmlns:a="http://schemas.openxmlformats.org/drawingml/2006/main">
              <a:ext uri="{FF2B5EF4-FFF2-40B4-BE49-F238E27FC236}">
                <a16:creationId xmlns:a16="http://schemas.microsoft.com/office/drawing/2014/main" id="{88B49F80-CB80-4A79-8D95-E13F9473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669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L1 试点  ●</a:t>
            </a:r>
          </a:p>
        </p:txBody>
      </p:sp>
      <p:sp>
        <p:nvSpPr>
          <p:cNvPr id="228" name="score-2">
            <a:extLst xmlns:a="http://schemas.openxmlformats.org/drawingml/2006/main">
              <a:ext uri="{FF2B5EF4-FFF2-40B4-BE49-F238E27FC236}">
                <a16:creationId xmlns:a16="http://schemas.microsoft.com/office/drawing/2014/main" id="{674EDC88-1CF1-48C9-9634-63291CC6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527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L2 复制  ●</a:t>
            </a:r>
          </a:p>
        </p:txBody>
      </p:sp>
      <p:sp>
        <p:nvSpPr>
          <p:cNvPr id="229" name="score-3">
            <a:extLst xmlns:a="http://schemas.openxmlformats.org/drawingml/2006/main">
              <a:ext uri="{FF2B5EF4-FFF2-40B4-BE49-F238E27FC236}">
                <a16:creationId xmlns:a16="http://schemas.microsoft.com/office/drawing/2014/main" id="{151486AF-6C25-460F-8E56-95912167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385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L3 标准化  ○</a:t>
            </a:r>
          </a:p>
        </p:txBody>
      </p:sp>
      <p:sp>
        <p:nvSpPr>
          <p:cNvPr id="230" name="score-4">
            <a:extLst xmlns:a="http://schemas.openxmlformats.org/drawingml/2006/main">
              <a:ext uri="{FF2B5EF4-FFF2-40B4-BE49-F238E27FC236}">
                <a16:creationId xmlns:a16="http://schemas.microsoft.com/office/drawing/2014/main" id="{EA9D572C-8CF9-4EE8-BEE0-76AB2883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243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L4 自我优化  ○</a:t>
            </a:r>
          </a:p>
        </p:txBody>
      </p:sp>
      <p:sp>
        <p:nvSpPr>
          <p:cNvPr id="231" name="bottom">
            <a:extLst xmlns:a="http://schemas.openxmlformats.org/drawingml/2006/main">
              <a:ext uri="{FF2B5EF4-FFF2-40B4-BE49-F238E27FC236}">
                <a16:creationId xmlns:a16="http://schemas.microsoft.com/office/drawing/2014/main" id="{03996427-F1AE-4C72-BECB-CF46DD81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1163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经验回灌，抬高下一轮起点</a:t>
            </a:r>
          </a:p>
        </p:txBody>
      </p:sp>
      <p:cxnSp>
        <p:nvCxnSpPr>
          <p:cNvPr id="462" name=""/>
          <p:cNvCxnSpPr>
            <a:stCxn xmlns:a="http://schemas.openxmlformats.org/drawingml/2006/main" id="216" idx="6"/>
            <a:endCxn xmlns:a="http://schemas.openxmlformats.org/drawingml/2006/main" id="184" idx="3"/>
          </p:cNvCxnSpPr>
          <p:nvPr/>
        </p:nvCxnSpPr>
        <p:spPr>
          <a:xfrm xmlns:a="http://schemas.openxmlformats.org/drawingml/2006/main" rot="16200000" flipH="1">
            <a:off x="3161366" y="3525184"/>
            <a:ext cx="1108534" cy="110666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E8872D"/>
            </a:solidFill>
            <a:prstDash val="dash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50923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2026-07-31T20:30:17.7480000Z</dcterms:created>
  <dcterms:modified xsi:type="dcterms:W3CDTF">2026-07-31T20:30:17.7480000Z</dcterms:modified>
</coreProperties>
</file>