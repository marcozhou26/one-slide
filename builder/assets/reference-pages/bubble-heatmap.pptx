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201ba6adda471a" /><Relationship Type="http://schemas.openxmlformats.org/officeDocument/2006/relationships/extended-properties" Target="/docProps/app.xml" Id="Rd155f738352b4c44" /><Relationship Type="http://schemas.openxmlformats.org/officeDocument/2006/relationships/officeDocument" Target="/ppt/presentation.xml" Id="Rf8d0e2db30e24e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b035710fd84e4f"/>
  </p:sldMasterIdLst>
  <p:notesMasterIdLst>
    <p:notesMasterId xmlns:r="http://schemas.openxmlformats.org/officeDocument/2006/relationships" r:id="R79df1a70ff064ddd"/>
  </p:notesMasterIdLst>
  <p:sldIdLst>
    <p:sldId xmlns:r="http://schemas.openxmlformats.org/officeDocument/2006/relationships" id="256" r:id="R9749265803e54f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f8463150734d64" /><Relationship Type="http://schemas.openxmlformats.org/officeDocument/2006/relationships/slideMaster" Target="/ppt/slideMasters/slideMaster1.xml" Id="Rcbb035710fd84e4f" /><Relationship Type="http://schemas.openxmlformats.org/officeDocument/2006/relationships/notesMaster" Target="/ppt/notesMasters/notesMaster1.xml" Id="R79df1a70ff064ddd" /><Relationship Type="http://schemas.openxmlformats.org/officeDocument/2006/relationships/presProps" Target="/ppt/presProps.xml" Id="Rab7965a0bfc84854" /><Relationship Type="http://schemas.openxmlformats.org/officeDocument/2006/relationships/tableStyles" Target="/ppt/tableStyles.xml" Id="R36637652fb904993" /><Relationship Type="http://schemas.openxmlformats.org/officeDocument/2006/relationships/slide" Target="/ppt/slides/slide1.xml" Id="R9749265803e54f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44b7dba6d344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8187797f1d4739" /><Relationship Type="http://schemas.openxmlformats.org/officeDocument/2006/relationships/notesMaster" Target="/ppt/notesMasters/notesMaster1.xml" Id="R05ec9948cb3546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622f2f2ce41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27807dcafe4e38" /><Relationship Type="http://schemas.openxmlformats.org/officeDocument/2006/relationships/slideLayout" Target="/ppt/slideLayouts/slideLayout1.xml" Id="R649a006bdf8b4c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9a006bdf8b4c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4b9164e75457d" /><Relationship Type="http://schemas.openxmlformats.org/officeDocument/2006/relationships/notesSlide" Target="/ppt/notesSlides/notesSlide1.xml" Id="R0df097d4c1124823" /></Relationships>
</file>

<file path=ppt/slides/slide1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94" name="page-title"><a:extLst xmlns:a="http://schemas.openxmlformats.org/drawingml/2006/main"><a:ext uri="{FF2B5EF4-FFF2-40B4-BE49-F238E27FC236}"><a16:creationId id="{75BCFCEC-63FD-492D-9847-A95B79804D6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14350" y="266700" /><a:ext cx="11163300" cy="4953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2550" b="1"><a:solidFill><a:srgbClr val="15375F" /></a:solidFill></a:defRPr></a:pPr><a:r><a:rPr sz="2550" b="1"><a:solidFill><a:srgbClr val="15375F" /></a:solidFill></a:rPr><a:t>Three of the eight measures fall into the high value and low difficulty area and should be Q3 start</a:t></a:r></a:p></p:txBody></p:sp><p:sp><p:nvSpPr><p:cNvPr id="2" name="matrix-frame"><a:extLst xmlns:a="http://schemas.openxmlformats.org/drawingml/2006/main"><a:ext uri="{FF2B5EF4-FFF2-40B4-BE49-F238E27FC236}"><a16:creationId id="{11012D5B-3295-402E-9FA4-F0A74F80AD1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14350" y="1257300" /><a:ext cx="6191250" cy="4191000" /></a:xfrm><a:prstGeom prst="roundRect" xmlns:a="http://schemas.openxmlformats.org/drawingml/2006/main"><a:avLst><a:gd name="adj" fmla="val 1818" /></a:avLst></a:prstGeom><a:solidFill xmlns:a="http://schemas.openxmlformats.org/drawingml/2006/main"><a:srgbClr val="FFFFFF" /></a:solidFill><a:ln w="11430" xmlns:a="http://schemas.openxmlformats.org/drawingml/2006/main"><a:solidFill><a:srgbClr val="D7DEE8" /></a:solidFill><a:prstDash val="solid" /></a:ln></p:spPr></p:sp><p:sp><p:nvSpPr><p:cNvPr id="3" name="matrix-q1"><a:extLst xmlns:a="http://schemas.openxmlformats.org/drawingml/2006/main"><a:ext uri="{FF2B5EF4-FFF2-40B4-BE49-F238E27FC236}"><a16:creationId id="{318F35AD-D365-4FC3-B072-FDFF9BBBED0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66800" y="1600200" /><a:ext cx="2686050" cy="1743075" /></a:xfrm><a:prstGeom prst="rect" xmlns:a="http://schemas.openxmlformats.org/drawingml/2006/main"><a:avLst /></a:prstGeom><a:solidFill xmlns:a="http://schemas.openxmlformats.org/drawingml/2006/main"><a:srgbClr val="E9F1FA" /></a:solidFill><a:ln w="0" xmlns:a="http://schemas.openxmlformats.org/drawingml/2006/main"><a:noFill /><a:prstDash val="solid" /></a:ln></p:spPr></p:sp><p:sp><p:nvSpPr><p:cNvPr id="4" name="matrix-q2"><a:extLst xmlns:a="http://schemas.openxmlformats.org/drawingml/2006/main"><a:ext uri="{FF2B5EF4-FFF2-40B4-BE49-F238E27FC236}"><a16:creationId id="{3CD6B4DB-B501-4C8F-8B71-E316DA3ED55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752850" y="1600200" /><a:ext cx="2686050" cy="1743075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/p:sp><p:sp><p:nvSpPr><p:cNvPr id="5" name="matrix-q3"><a:extLst xmlns:a="http://schemas.openxmlformats.org/drawingml/2006/main"><a:ext uri="{FF2B5EF4-FFF2-40B4-BE49-F238E27FC236}"><a16:creationId id="{B52F69D8-10C0-433F-8BD4-606D072F6C1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66800" y="3343275" /><a:ext cx="2686050" cy="1743075" /></a:xfrm><a:prstGeom prst="rect" xmlns:a="http://schemas.openxmlformats.org/drawingml/2006/main"><a:avLst /></a:prstGeom><a:solidFill xmlns:a="http://schemas.openxmlformats.org/drawingml/2006/main"><a:srgbClr val="FFFFFF" /></a:solidFill><a:ln w="0" xmlns:a="http://schemas.openxmlformats.org/drawingml/2006/main"><a:noFill /><a:prstDash val="solid" /></a:ln></p:spPr></p:sp><p:sp><p:nvSpPr><p:cNvPr id="6" name="matrix-q4"><a:extLst xmlns:a="http://schemas.openxmlformats.org/drawingml/2006/main"><a:ext uri="{FF2B5EF4-FFF2-40B4-BE49-F238E27FC236}"><a16:creationId id="{076E5A86-7D3C-4B13-8E8F-067BFAEA14A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752850" y="3343275" /><a:ext cx="2686050" cy="1743075" /></a:xfrm><a:prstGeom prst="rect" xmlns:a="http://schemas.openxmlformats.org/drawingml/2006/main"><a:avLst /></a:prstGeom><a:solidFill xmlns:a="http://schemas.openxmlformats.org/drawingml/2006/main"><a:srgbClr val="FFF0E2" /></a:solidFill><a:ln w="0" xmlns:a="http://schemas.openxmlformats.org/drawingml/2006/main"><a:noFill /><a:prstDash val="solid" /></a:ln></p:spPr></p:sp><p:sp><p:nvSpPr><p:cNvPr id="7" name="matrix-mid-x"><a:extLst xmlns:a="http://schemas.openxmlformats.org/drawingml/2006/main"><a:ext uri="{FF2B5EF4-FFF2-40B4-BE49-F238E27FC236}"><a16:creationId id="{B63F9B0A-124B-486F-A11E-FF9114591C1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752850" y="1600200" /><a:ext cx="0" cy="3486150" /></a:xfrm><a:prstGeom prst="line" xmlns:a="http://schemas.openxmlformats.org/drawingml/2006/main"><a:avLst /></a:prstGeom><a:noFill xmlns:a="http://schemas.openxmlformats.org/drawingml/2006/main" /><a:ln w="13335" xmlns:a="http://schemas.openxmlformats.org/drawingml/2006/main"><a:solidFill><a:srgbClr val="AEB8C6" /></a:solidFill><a:prstDash val="dash" /></a:ln></p:spPr></p:sp><p:sp><p:nvSpPr><p:cNvPr id="8" name="matrix-mid-y"><a:extLst xmlns:a="http://schemas.openxmlformats.org/drawingml/2006/main"><a:ext uri="{FF2B5EF4-FFF2-40B4-BE49-F238E27FC236}"><a16:creationId id="{B513289C-78E3-4BFB-B114-F80E68B7BCE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66800" y="3343275" /><a:ext cx="5372100" cy="0" /></a:xfrm><a:prstGeom prst="line" xmlns:a="http://schemas.openxmlformats.org/drawingml/2006/main"><a:avLst /></a:prstGeom><a:noFill xmlns:a="http://schemas.openxmlformats.org/drawingml/2006/main" /><a:ln w="13335" xmlns:a="http://schemas.openxmlformats.org/drawingml/2006/main"><a:solidFill><a:srgbClr val="AEB8C6" /></a:solidFill><a:prstDash val="dash" /></a:ln></p:spPr></p:sp><p:sp><p:nvSpPr><p:cNvPr id="9" name="matrix-x-label"><a:extLst xmlns:a="http://schemas.openxmlformats.org/drawingml/2006/main"><a:ext uri="{FF2B5EF4-FFF2-40B4-BE49-F238E27FC236}"><a16:creationId id="{C41F295B-5050-4E59-B992-272D68BD9A4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019300" y="5181600" /><a:ext cx="3467100" cy="2286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Difficulty of implementation</a:t></a:r></a:p></p:txBody></p:sp><p:sp><p:nvSpPr><p:cNvPr id="10" name="matrix-y-label"><a:extLst xmlns:a="http://schemas.openxmlformats.org/drawingml/2006/main"><a:ext uri="{FF2B5EF4-FFF2-40B4-BE49-F238E27FC236}"><a16:creationId id="{4FE0B886-4170-436D-8546-AEAAF43599CC}" xmlns:a16="http://schemas.microsoft.com/office/drawing/2014/main" /></a:ext></a:extLst></p:cNvPr><p:cNvSpPr><a:spLocks noGrp="1" xmlns:a="http://schemas.openxmlformats.org/drawingml/2006/main" /></p:cNvSpPr><p:nvPr /></p:nvSpPr><p:spPr><a:xfrm rot="16200000" xmlns:a="http://schemas.openxmlformats.org/drawingml/2006/main"><a:off x="552450" y="2505075" /><a:ext cx="438150" cy="16192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value contribution</a:t></a:r></a:p></p:txBody></p:sp><p:sp><p:nvSpPr><p:cNvPr id="11" name="bubble-P1"><a:extLst xmlns:a="http://schemas.openxmlformats.org/drawingml/2006/main"><a:ext uri="{FF2B5EF4-FFF2-40B4-BE49-F238E27FC236}"><a16:creationId id="{F4A18004-E42F-4486-BA81-D815F119986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078110" y="1708540" /><a:ext cx="341103" cy="341103" /></a:xfrm><a:prstGeom prst="ellipse" xmlns:a="http://schemas.openxmlformats.org/drawingml/2006/main"><a:avLst /></a:prstGeom><a:solidFill xmlns:a="http://schemas.openxmlformats.org/drawingml/2006/main"><a:srgbClr val="2F6FB2" /></a:solidFill><a:ln w="14288" xmlns:a="http://schemas.openxmlformats.org/drawingml/2006/main"><a:solidFill><a:srgbClr val="FFFFFF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P1</a:t></a:r></a:p></p:txBody></p:sp><p:sp><p:nvSpPr><p:cNvPr id="12" name="bubble-label-P1"><a:extLst xmlns:a="http://schemas.openxmlformats.org/drawingml/2006/main"><a:ext uri="{FF2B5EF4-FFF2-40B4-BE49-F238E27FC236}"><a16:creationId id="{9EBDF1AC-214F-4120-87D1-B0897A2D07B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906660" y="2059169" /><a:ext cx="684003" cy="2095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Intelligent Q&A</a:t></a:r></a:p></p:txBody></p:sp><p:sp><p:nvSpPr><p:cNvPr id="13" name="bubble-P2"><a:extLst xmlns:a="http://schemas.openxmlformats.org/drawingml/2006/main"><a:ext uri="{FF2B5EF4-FFF2-40B4-BE49-F238E27FC236}"><a16:creationId id="{505E7DB6-7D83-4EF8-92C8-9D8C2134E05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816408" y="2043359" /><a:ext cx="368696" cy="368696" /></a:xfrm><a:prstGeom prst="ellipse" xmlns:a="http://schemas.openxmlformats.org/drawingml/2006/main"><a:avLst /></a:prstGeom><a:solidFill xmlns:a="http://schemas.openxmlformats.org/drawingml/2006/main"><a:srgbClr val="2F6FB2" /></a:solidFill><a:ln w="14288" xmlns:a="http://schemas.openxmlformats.org/drawingml/2006/main"><a:solidFill><a:srgbClr val="FFFFFF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P2</a:t></a:r></a:p></p:txBody></p:sp><p:sp><p:nvSpPr><p:cNvPr id="14" name="bubble-label-P2"><a:extLst xmlns:a="http://schemas.openxmlformats.org/drawingml/2006/main"><a:ext uri="{FF2B5EF4-FFF2-40B4-BE49-F238E27FC236}"><a16:creationId id="{1733FEF4-2E3E-4F2C-A1BF-4E5B32DFEC1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644958" y="2421580" /><a:ext cx="711596" cy="2095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Recruitment screening</a:t></a:r></a:p></p:txBody></p:sp><p:sp><p:nvSpPr><p:cNvPr id="15" name="bubble-P3"><a:extLst xmlns:a="http://schemas.openxmlformats.org/drawingml/2006/main"><a:ext uri="{FF2B5EF4-FFF2-40B4-BE49-F238E27FC236}"><a16:creationId id="{48E28691-F244-4DF7-B359-22EF424CDE5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240024" y="2316099" /><a:ext cx="381000" cy="381000" /></a:xfrm><a:prstGeom prst="ellipse" xmlns:a="http://schemas.openxmlformats.org/drawingml/2006/main"><a:avLst /></a:prstGeom><a:solidFill xmlns:a="http://schemas.openxmlformats.org/drawingml/2006/main"><a:srgbClr val="E8872D" /></a:solidFill><a:ln w="14288" xmlns:a="http://schemas.openxmlformats.org/drawingml/2006/main"><a:solidFill><a:srgbClr val="FFFFFF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P3</a:t></a:r></a:p></p:txBody></p:sp><p:sp><p:nvSpPr><p:cNvPr id="16" name="bubble-label-P3"><a:extLst xmlns:a="http://schemas.openxmlformats.org/drawingml/2006/main"><a:ext uri="{FF2B5EF4-FFF2-40B4-BE49-F238E27FC236}"><a16:creationId id="{3441A7B0-0D02-4DB0-99BC-3802006FD25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068574" y="2706624" /><a:ext cx="723900" cy="2095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master data</a:t></a:r></a:p></p:txBody></p:sp><p:sp><p:nvSpPr><p:cNvPr id="17" name="bubble-P4"><a:extLst xmlns:a="http://schemas.openxmlformats.org/drawingml/2006/main"><a:ext uri="{FF2B5EF4-FFF2-40B4-BE49-F238E27FC236}"><a16:creationId id="{096A0F9B-186C-4EA9-AE38-CF84497F030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783456" y="1653416" /><a:ext cx="451353" cy="451353" /></a:xfrm><a:prstGeom prst="ellipse" xmlns:a="http://schemas.openxmlformats.org/drawingml/2006/main"><a:avLst /></a:prstGeom><a:solidFill xmlns:a="http://schemas.openxmlformats.org/drawingml/2006/main"><a:srgbClr val="E8872D" /></a:solidFill><a:ln w="14288" xmlns:a="http://schemas.openxmlformats.org/drawingml/2006/main"><a:solidFill><a:srgbClr val="FFFFFF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P4</a:t></a:r></a:p></p:txBody></p:sp><p:sp><p:nvSpPr><p:cNvPr id="18" name="bubble-label-P4"><a:extLst xmlns:a="http://schemas.openxmlformats.org/drawingml/2006/main"><a:ext uri="{FF2B5EF4-FFF2-40B4-BE49-F238E27FC236}"><a16:creationId id="{CAE44FD1-4AD7-497D-8461-19898D96AE1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612006" y="2114293" /><a:ext cx="794253" cy="2095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data lake</a:t></a:r></a:p></p:txBody></p:sp><p:sp><p:nvSpPr><p:cNvPr id="19" name="bubble-P5"><a:extLst xmlns:a="http://schemas.openxmlformats.org/drawingml/2006/main"><a:ext uri="{FF2B5EF4-FFF2-40B4-BE49-F238E27FC236}"><a16:creationId id="{0199723F-2652-48DB-A238-4CDD0C886A2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4308666" y="2519490" /><a:ext cx="392556" cy="392556" /></a:xfrm><a:prstGeom prst="ellipse" xmlns:a="http://schemas.openxmlformats.org/drawingml/2006/main"><a:avLst /></a:prstGeom><a:solidFill xmlns:a="http://schemas.openxmlformats.org/drawingml/2006/main"><a:srgbClr val="2F6FB2" /></a:solidFill><a:ln w="14288" xmlns:a="http://schemas.openxmlformats.org/drawingml/2006/main"><a:solidFill><a:srgbClr val="FFFFFF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P5</a:t></a:r></a:p></p:txBody></p:sp><p:sp><p:nvSpPr><p:cNvPr id="20" name="bubble-label-P5"><a:extLst xmlns:a="http://schemas.openxmlformats.org/drawingml/2006/main"><a:ext uri="{FF2B5EF4-FFF2-40B4-BE49-F238E27FC236}"><a16:creationId id="{4F61F54D-907F-41F2-9A4C-F3BD263F80D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4137216" y="2921571" /><a:ext cx="735456" cy="2095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Job restructuring</a:t></a:r></a:p></p:txBody></p:sp><p:sp><p:nvSpPr><p:cNvPr id="21" name="bubble-P6"><a:extLst xmlns:a="http://schemas.openxmlformats.org/drawingml/2006/main"><a:ext uri="{FF2B5EF4-FFF2-40B4-BE49-F238E27FC236}"><a16:creationId id="{8A88370A-612E-4B77-904E-9093C45864E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4937689" y="2224969" /><a:ext cx="423814" cy="423814" /></a:xfrm><a:prstGeom prst="ellipse" xmlns:a="http://schemas.openxmlformats.org/drawingml/2006/main"><a:avLst /></a:prstGeom><a:solidFill xmlns:a="http://schemas.openxmlformats.org/drawingml/2006/main"><a:srgbClr val="697386" /></a:solidFill><a:ln w="14288" xmlns:a="http://schemas.openxmlformats.org/drawingml/2006/main"><a:solidFill><a:srgbClr val="FFFFFF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P6</a:t></a:r></a:p></p:txBody></p:sp><p:sp><p:nvSpPr><p:cNvPr id="22" name="bubble-label-P6"><a:extLst xmlns:a="http://schemas.openxmlformats.org/drawingml/2006/main"><a:ext uri="{FF2B5EF4-FFF2-40B4-BE49-F238E27FC236}"><a16:creationId id="{FA7BDFD5-054F-4259-A77F-9B91899FF8E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4766239" y="2658308" /><a:ext cx="766714" cy="2095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Sharing center</a:t></a:r></a:p></p:txBody></p:sp><p:sp><p:nvSpPr><p:cNvPr id="23" name="bubble-P7"><a:extLst xmlns:a="http://schemas.openxmlformats.org/drawingml/2006/main"><a:ext uri="{FF2B5EF4-FFF2-40B4-BE49-F238E27FC236}"><a16:creationId id="{BA507615-BCD3-45F6-ABAB-4F6978E57A0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309968" y="3886927" /><a:ext cx="307157" cy="307157" /></a:xfrm><a:prstGeom prst="ellipse" xmlns:a="http://schemas.openxmlformats.org/drawingml/2006/main"><a:avLst /></a:prstGeom><a:solidFill xmlns:a="http://schemas.openxmlformats.org/drawingml/2006/main"><a:srgbClr val="697386" /></a:solidFill><a:ln w="14288" xmlns:a="http://schemas.openxmlformats.org/drawingml/2006/main"><a:solidFill><a:srgbClr val="FFFFFF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P7</a:t></a:r></a:p></p:txBody></p:sp><p:sp><p:nvSpPr><p:cNvPr id="24" name="bubble-label-P7"><a:extLst xmlns:a="http://schemas.openxmlformats.org/drawingml/2006/main"><a:ext uri="{FF2B5EF4-FFF2-40B4-BE49-F238E27FC236}"><a16:creationId id="{5E307BD2-0051-4CD7-8A88-D128C5A10B9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138518" y="4203608" /><a:ext cx="650057" cy="2095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Cultural promotion</a:t></a:r></a:p></p:txBody></p:sp><p:sp><p:nvSpPr><p:cNvPr id="25" name="bubble-P8"><a:extLst xmlns:a="http://schemas.openxmlformats.org/drawingml/2006/main"><a:ext uri="{FF2B5EF4-FFF2-40B4-BE49-F238E27FC236}"><a16:creationId id="{F174691B-BD02-4013-B4F5-089AA4ABA42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895320" y="3888974" /><a:ext cx="442508" cy="442508" /></a:xfrm><a:prstGeom prst="ellipse" xmlns:a="http://schemas.openxmlformats.org/drawingml/2006/main"><a:avLst /></a:prstGeom><a:solidFill xmlns:a="http://schemas.openxmlformats.org/drawingml/2006/main"><a:srgbClr val="E8872D" /></a:solidFill><a:ln w="14288" xmlns:a="http://schemas.openxmlformats.org/drawingml/2006/main"><a:solidFill><a:srgbClr val="AEB8C6" /></a:solidFill><a:prstDash val="dash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P8</a:t></a:r></a:p></p:txBody></p:sp><p:sp><p:nvSpPr><p:cNvPr id="26" name="bubble-label-P8"><a:extLst xmlns:a="http://schemas.openxmlformats.org/drawingml/2006/main"><a:ext uri="{FF2B5EF4-FFF2-40B4-BE49-F238E27FC236}"><a16:creationId id="{31D2CD43-7267-4712-8380-F1D1F5D53EA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723870" y="4341007" /><a:ext cx="785408" cy="2095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Fully self-built</a:t></a:r></a:p></p:txBody></p:sp><p:sp><p:nvSpPr><p:cNvPr id="27" name="heatmap-frame"><a:extLst xmlns:a="http://schemas.openxmlformats.org/drawingml/2006/main"><a:ext uri="{FF2B5EF4-FFF2-40B4-BE49-F238E27FC236}"><a16:creationId id="{E1E470B2-7153-49AF-BC0E-41B8B021F45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67550" y="1257300" /><a:ext cx="4610100" cy="4191000" /></a:xfrm><a:prstGeom prst="roundRect" xmlns:a="http://schemas.openxmlformats.org/drawingml/2006/main"><a:avLst><a:gd name="adj" fmla="val 1818" /></a:avLst></a:prstGeom><a:solidFill xmlns:a="http://schemas.openxmlformats.org/drawingml/2006/main"><a:srgbClr val="FFFFFF" /></a:solidFill><a:ln w="11430" xmlns:a="http://schemas.openxmlformats.org/drawingml/2006/main"><a:solidFill><a:srgbClr val="D7DEE8" /></a:solidFill><a:prstDash val="solid" /></a:ln></p:spPr></p:sp><p:sp><p:nvSpPr><p:cNvPr id="28" name="heatmap-header"><a:extLst xmlns:a="http://schemas.openxmlformats.org/drawingml/2006/main"><a:ext uri="{FF2B5EF4-FFF2-40B4-BE49-F238E27FC236}"><a16:creationId id="{C8D4C8CD-10D9-4E3A-A7C1-E1F9CC84D75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62800" y="1333500" /><a:ext cx="4419600" cy="3238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1"><a:solidFill><a:srgbClr val="15375F" /></a:solidFill></a:defRPr></a:pPr><a:r><a:rPr sz="1600" b="1"><a:solidFill><a:srgbClr val="15375F" /></a:solidFill></a:rPr><a:t>measures        value  difficulty  risk  Depend on  speed   Ranking</a:t></a:r></a:p></p:txBody></p:sp><p:sp><p:nvSpPr><p:cNvPr id="29" name="heat-row-P1"><a:extLst xmlns:a="http://schemas.openxmlformats.org/drawingml/2006/main"><a:ext uri="{FF2B5EF4-FFF2-40B4-BE49-F238E27FC236}"><a16:creationId id="{59576347-ECC6-4F65-878C-660069E50C6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0" y="1695450" /><a:ext cx="4457700" cy="461963" /></a:xfrm><a:prstGeom prst="rect" xmlns:a="http://schemas.openxmlformats.org/drawingml/2006/main"><a:avLst /></a:prstGeom><a:solidFill xmlns:a="http://schemas.openxmlformats.org/drawingml/2006/main"><a:srgbClr val="FFF0E2" /></a:solidFill><a:ln w="5715" xmlns:a="http://schemas.openxmlformats.org/drawingml/2006/main"><a:solidFill><a:srgbClr val="D7DEE8" /></a:solidFill><a:prstDash val="solid" /></a:ln></p:spPr></p:sp><p:sp><p:nvSpPr><p:cNvPr id="30" name="heat-label-P1"><a:extLst xmlns:a="http://schemas.openxmlformats.org/drawingml/2006/main"><a:ext uri="{FF2B5EF4-FFF2-40B4-BE49-F238E27FC236}"><a16:creationId id="{2A555E85-A5B7-4657-B3B0-52566B9CD54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81850" y="1695450" /><a:ext cx="93345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1"><a:solidFill><a:srgbClr val="172033" /></a:solidFill></a:defRPr></a:pPr><a:r><a:rPr sz="1600" b="1"><a:solidFill><a:srgbClr val="172033" /></a:solidFill></a:rPr><a:t>P1 Intelligent Q&A</a:t></a:r></a:p></p:txBody></p:sp><p:sp><p:nvSpPr><p:cNvPr id="31" name="heat-P1-1"><a:extLst xmlns:a="http://schemas.openxmlformats.org/drawingml/2006/main"><a:ext uri="{FF2B5EF4-FFF2-40B4-BE49-F238E27FC236}"><a16:creationId id="{72E9FA7C-7253-4C13-ACC6-49078C54EB3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096250" y="1724025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5</a:t></a:r></a:p></p:txBody></p:sp><p:sp><p:nvSpPr><p:cNvPr id="32" name="heat-P1-2"><a:extLst xmlns:a="http://schemas.openxmlformats.org/drawingml/2006/main"><a:ext uri="{FF2B5EF4-FFF2-40B4-BE49-F238E27FC236}"><a16:creationId id="{B7E56AC8-BFCB-4BE0-90F2-8C4A18F346E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620125" y="1724025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1</a:t></a:r></a:p></p:txBody></p:sp><p:sp><p:nvSpPr><p:cNvPr id="33" name="heat-P1-3"><a:extLst xmlns:a="http://schemas.openxmlformats.org/drawingml/2006/main"><a:ext uri="{FF2B5EF4-FFF2-40B4-BE49-F238E27FC236}"><a16:creationId id="{9D601F0B-B621-4861-9999-1772DFCF2F6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144000" y="1724025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1</a:t></a:r></a:p></p:txBody></p:sp><p:sp><p:nvSpPr><p:cNvPr id="34" name="heat-P1-4"><a:extLst xmlns:a="http://schemas.openxmlformats.org/drawingml/2006/main"><a:ext uri="{FF2B5EF4-FFF2-40B4-BE49-F238E27FC236}"><a16:creationId id="{95EDB9CF-96E1-4C12-BDDE-1A0A665DB52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667875" y="1724025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1</a:t></a:r></a:p></p:txBody></p:sp><p:sp><p:nvSpPr><p:cNvPr id="35" name="heat-P1-5"><a:extLst xmlns:a="http://schemas.openxmlformats.org/drawingml/2006/main"><a:ext uri="{FF2B5EF4-FFF2-40B4-BE49-F238E27FC236}"><a16:creationId id="{B5B935DF-32F3-4B12-9984-C9CB12A6865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91750" y="1724025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5</a:t></a:r></a:p></p:txBody></p:sp><p:sp><p:nvSpPr><p:cNvPr id="36" name="rank-P1"><a:extLst xmlns:a="http://schemas.openxmlformats.org/drawingml/2006/main"><a:ext uri="{FF2B5EF4-FFF2-40B4-BE49-F238E27FC236}"><a16:creationId id="{03CB14C3-E4E6-4897-B379-8349DB90E1A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801350" y="1695450" /><a:ext cx="68580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E8872D" /></a:solidFill></a:defRPr></a:pPr><a:r><a:rPr sz="1600" b="1"><a:solidFill><a:srgbClr val="E8872D" /></a:solidFill></a:rPr><a:t>#1</a:t></a:r></a:p></p:txBody></p:sp><p:sp><p:nvSpPr><p:cNvPr id="37" name="heat-row-P2"><a:extLst xmlns:a="http://schemas.openxmlformats.org/drawingml/2006/main"><a:ext uri="{FF2B5EF4-FFF2-40B4-BE49-F238E27FC236}"><a16:creationId id="{11E72A67-8911-4CE5-893A-C1764507D52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0" y="2157413" /><a:ext cx="4457700" cy="461963" /></a:xfrm><a:prstGeom prst="rect" xmlns:a="http://schemas.openxmlformats.org/drawingml/2006/main"><a:avLst /></a:prstGeom><a:solidFill xmlns:a="http://schemas.openxmlformats.org/drawingml/2006/main"><a:srgbClr val="FFF0E2" /></a:solidFill><a:ln w="5715" xmlns:a="http://schemas.openxmlformats.org/drawingml/2006/main"><a:solidFill><a:srgbClr val="D7DEE8" /></a:solidFill><a:prstDash val="solid" /></a:ln></p:spPr></p:sp><p:sp><p:nvSpPr><p:cNvPr id="38" name="heat-label-P2"><a:extLst xmlns:a="http://schemas.openxmlformats.org/drawingml/2006/main"><a:ext uri="{FF2B5EF4-FFF2-40B4-BE49-F238E27FC236}"><a16:creationId id="{D5453E59-07BC-4C3D-BD57-6F07AF6EEAE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81850" y="2157413" /><a:ext cx="93345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1"><a:solidFill><a:srgbClr val="172033" /></a:solidFill></a:defRPr></a:pPr><a:r><a:rPr sz="1600" b="1"><a:solidFill><a:srgbClr val="172033" /></a:solidFill></a:rPr><a:t>P2 Recruitment screening</a:t></a:r></a:p></p:txBody></p:sp><p:sp><p:nvSpPr><p:cNvPr id="39" name="heat-P2-1"><a:extLst xmlns:a="http://schemas.openxmlformats.org/drawingml/2006/main"><a:ext uri="{FF2B5EF4-FFF2-40B4-BE49-F238E27FC236}"><a16:creationId id="{37EADDD3-3ED6-4051-A436-9DF28CE8F8F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096250" y="2185988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5</a:t></a:r></a:p></p:txBody></p:sp><p:sp><p:nvSpPr><p:cNvPr id="40" name="heat-P2-2"><a:extLst xmlns:a="http://schemas.openxmlformats.org/drawingml/2006/main"><a:ext uri="{FF2B5EF4-FFF2-40B4-BE49-F238E27FC236}"><a16:creationId id="{B4CB0780-F72C-49DA-97AC-33F17BD6790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620125" y="2185988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2</a:t></a:r></a:p></p:txBody></p:sp><p:sp><p:nvSpPr><p:cNvPr id="41" name="heat-P2-3"><a:extLst xmlns:a="http://schemas.openxmlformats.org/drawingml/2006/main"><a:ext uri="{FF2B5EF4-FFF2-40B4-BE49-F238E27FC236}"><a16:creationId id="{8F583514-13FC-4FE4-ABCC-40F3E1AD091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144000" y="2185988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2</a:t></a:r></a:p></p:txBody></p:sp><p:sp><p:nvSpPr><p:cNvPr id="42" name="heat-P2-4"><a:extLst xmlns:a="http://schemas.openxmlformats.org/drawingml/2006/main"><a:ext uri="{FF2B5EF4-FFF2-40B4-BE49-F238E27FC236}"><a16:creationId id="{A7223497-94D7-4C88-9EF4-84CD97BB566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667875" y="2185988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2</a:t></a:r></a:p></p:txBody></p:sp><p:sp><p:nvSpPr><p:cNvPr id="43" name="heat-P2-5"><a:extLst xmlns:a="http://schemas.openxmlformats.org/drawingml/2006/main"><a:ext uri="{FF2B5EF4-FFF2-40B4-BE49-F238E27FC236}"><a16:creationId id="{52452C30-57DF-4F08-A462-17B68417EA3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91750" y="2185988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5</a:t></a:r></a:p></p:txBody></p:sp><p:sp><p:nvSpPr><p:cNvPr id="44" name="rank-P2"><a:extLst xmlns:a="http://schemas.openxmlformats.org/drawingml/2006/main"><a:ext uri="{FF2B5EF4-FFF2-40B4-BE49-F238E27FC236}"><a16:creationId id="{6F9A0C79-4E59-4AF3-A911-C64FBFFEE1F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801350" y="2157413" /><a:ext cx="68580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E8872D" /></a:solidFill></a:defRPr></a:pPr><a:r><a:rPr sz="1600" b="1"><a:solidFill><a:srgbClr val="E8872D" /></a:solidFill></a:rPr><a:t>#2</a:t></a:r></a:p></p:txBody></p:sp><p:sp><p:nvSpPr><p:cNvPr id="45" name="heat-row-P3"><a:extLst xmlns:a="http://schemas.openxmlformats.org/drawingml/2006/main"><a:ext uri="{FF2B5EF4-FFF2-40B4-BE49-F238E27FC236}"><a16:creationId id="{36551628-B28B-413B-853A-249D553B6EB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0" y="2619375" /><a:ext cx="4457700" cy="461963" /></a:xfrm><a:prstGeom prst="rect" xmlns:a="http://schemas.openxmlformats.org/drawingml/2006/main"><a:avLst /></a:prstGeom><a:solidFill xmlns:a="http://schemas.openxmlformats.org/drawingml/2006/main"><a:srgbClr val="FFF0E2" /></a:solidFill><a:ln w="5715" xmlns:a="http://schemas.openxmlformats.org/drawingml/2006/main"><a:solidFill><a:srgbClr val="D7DEE8" /></a:solidFill><a:prstDash val="solid" /></a:ln></p:spPr></p:sp><p:sp><p:nvSpPr><p:cNvPr id="46" name="heat-label-P3"><a:extLst xmlns:a="http://schemas.openxmlformats.org/drawingml/2006/main"><a:ext uri="{FF2B5EF4-FFF2-40B4-BE49-F238E27FC236}"><a16:creationId id="{5183CD00-76C1-447E-A359-54739AAC48D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81850" y="2619375" /><a:ext cx="93345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1"><a:solidFill><a:srgbClr val="172033" /></a:solidFill></a:defRPr></a:pPr><a:r><a:rPr sz="1600" b="1"><a:solidFill><a:srgbClr val="172033" /></a:solidFill></a:rPr><a:t>P3 master data</a:t></a:r></a:p></p:txBody></p:sp><p:sp><p:nvSpPr><p:cNvPr id="47" name="heat-P3-1"><a:extLst xmlns:a="http://schemas.openxmlformats.org/drawingml/2006/main"><a:ext uri="{FF2B5EF4-FFF2-40B4-BE49-F238E27FC236}"><a16:creationId id="{0F22231B-C2FC-4C62-8C73-0127BE42829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096250" y="2647950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4</a:t></a:r></a:p></p:txBody></p:sp><p:sp><p:nvSpPr><p:cNvPr id="48" name="heat-P3-2"><a:extLst xmlns:a="http://schemas.openxmlformats.org/drawingml/2006/main"><a:ext uri="{FF2B5EF4-FFF2-40B4-BE49-F238E27FC236}"><a16:creationId id="{D6183E94-2609-492E-A689-58EC631639F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620125" y="2647950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2</a:t></a:r></a:p></p:txBody></p:sp><p:sp><p:nvSpPr><p:cNvPr id="49" name="heat-P3-3"><a:extLst xmlns:a="http://schemas.openxmlformats.org/drawingml/2006/main"><a:ext uri="{FF2B5EF4-FFF2-40B4-BE49-F238E27FC236}"><a16:creationId id="{CE69797F-C8D5-43C7-BAC9-141E856E694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144000" y="2647950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2</a:t></a:r></a:p></p:txBody></p:sp><p:sp><p:nvSpPr><p:cNvPr id="50" name="heat-P3-4"><a:extLst xmlns:a="http://schemas.openxmlformats.org/drawingml/2006/main"><a:ext uri="{FF2B5EF4-FFF2-40B4-BE49-F238E27FC236}"><a16:creationId id="{77D83BB4-7C75-4A5E-B7F5-DDBE8EC7E55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667875" y="2647950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2</a:t></a:r></a:p></p:txBody></p:sp><p:sp><p:nvSpPr><p:cNvPr id="51" name="heat-P3-5"><a:extLst xmlns:a="http://schemas.openxmlformats.org/drawingml/2006/main"><a:ext uri="{FF2B5EF4-FFF2-40B4-BE49-F238E27FC236}"><a16:creationId id="{3BF0F0AC-E188-430C-9AC7-630C02A6395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91750" y="2647950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4</a:t></a:r></a:p></p:txBody></p:sp><p:sp><p:nvSpPr><p:cNvPr id="52" name="rank-P3"><a:extLst xmlns:a="http://schemas.openxmlformats.org/drawingml/2006/main"><a:ext uri="{FF2B5EF4-FFF2-40B4-BE49-F238E27FC236}"><a16:creationId id="{5C91132A-BDAE-4E88-A48F-4E76CFB0E42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801350" y="2619375" /><a:ext cx="68580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E8872D" /></a:solidFill></a:defRPr></a:pPr><a:r><a:rPr sz="1600" b="1"><a:solidFill><a:srgbClr val="E8872D" /></a:solidFill></a:rPr><a:t>#3</a:t></a:r></a:p></p:txBody></p:sp><p:sp><p:nvSpPr><p:cNvPr id="53" name="heat-row-P5"><a:extLst xmlns:a="http://schemas.openxmlformats.org/drawingml/2006/main"><a:ext uri="{FF2B5EF4-FFF2-40B4-BE49-F238E27FC236}"><a16:creationId id="{43586760-F621-4062-97BE-02C3787CAAF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0" y="3081338" /><a:ext cx="4457700" cy="461963" /></a:xfrm><a:prstGeom prst="rect" xmlns:a="http://schemas.openxmlformats.org/drawingml/2006/main"><a:avLst /></a:prstGeom><a:solidFill xmlns:a="http://schemas.openxmlformats.org/drawingml/2006/main"><a:srgbClr val="FFF0E2" /></a:solidFill><a:ln w="5715" xmlns:a="http://schemas.openxmlformats.org/drawingml/2006/main"><a:solidFill><a:srgbClr val="D7DEE8" /></a:solidFill><a:prstDash val="solid" /></a:ln></p:spPr></p:sp><p:sp><p:nvSpPr><p:cNvPr id="54" name="heat-label-P5"><a:extLst xmlns:a="http://schemas.openxmlformats.org/drawingml/2006/main"><a:ext uri="{FF2B5EF4-FFF2-40B4-BE49-F238E27FC236}"><a16:creationId id="{D8A0071F-7541-4BAF-8C3C-C7CAD1D8927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81850" y="3081338" /><a:ext cx="93345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1"><a:solidFill><a:srgbClr val="172033" /></a:solidFill></a:defRPr></a:pPr><a:r><a:rPr sz="1600" b="1"><a:solidFill><a:srgbClr val="172033" /></a:solidFill></a:rPr><a:t>P5 Job restructuring</a:t></a:r></a:p></p:txBody></p:sp><p:sp><p:nvSpPr><p:cNvPr id="55" name="heat-P5-1"><a:extLst xmlns:a="http://schemas.openxmlformats.org/drawingml/2006/main"><a:ext uri="{FF2B5EF4-FFF2-40B4-BE49-F238E27FC236}"><a16:creationId id="{A69A4CA0-A7AF-436F-A606-E89B6F2BA36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096250" y="3109913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4</a:t></a:r></a:p></p:txBody></p:sp><p:sp><p:nvSpPr><p:cNvPr id="56" name="heat-P5-2"><a:extLst xmlns:a="http://schemas.openxmlformats.org/drawingml/2006/main"><a:ext uri="{FF2B5EF4-FFF2-40B4-BE49-F238E27FC236}"><a16:creationId id="{38AA7EDE-0376-4A25-98C8-A4F0D10113A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620125" y="3109913" /><a:ext cx="400050" cy="404813" /></a:xfrm><a:prstGeom prst="rect" xmlns:a="http://schemas.openxmlformats.org/drawingml/2006/main"><a:avLst /></a:prstGeom><a:solidFill xmlns:a="http://schemas.openxmlformats.org/drawingml/2006/main"><a:srgbClr val="E9F1FA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3</a:t></a:r></a:p></p:txBody></p:sp><p:sp><p:nvSpPr><p:cNvPr id="57" name="heat-P5-3"><a:extLst xmlns:a="http://schemas.openxmlformats.org/drawingml/2006/main"><a:ext uri="{FF2B5EF4-FFF2-40B4-BE49-F238E27FC236}"><a16:creationId id="{94745BC3-B23E-44AA-8AC3-6A224CC2974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144000" y="3109913" /><a:ext cx="400050" cy="404813" /></a:xfrm><a:prstGeom prst="rect" xmlns:a="http://schemas.openxmlformats.org/drawingml/2006/main"><a:avLst /></a:prstGeom><a:solidFill xmlns:a="http://schemas.openxmlformats.org/drawingml/2006/main"><a:srgbClr val="E9F1FA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3</a:t></a:r></a:p></p:txBody></p:sp><p:sp><p:nvSpPr><p:cNvPr id="58" name="heat-P5-4"><a:extLst xmlns:a="http://schemas.openxmlformats.org/drawingml/2006/main"><a:ext uri="{FF2B5EF4-FFF2-40B4-BE49-F238E27FC236}"><a16:creationId id="{8D338644-607C-47E5-B203-A39976E09C0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667875" y="3109913" /><a:ext cx="400050" cy="404813" /></a:xfrm><a:prstGeom prst="rect" xmlns:a="http://schemas.openxmlformats.org/drawingml/2006/main"><a:avLst /></a:prstGeom><a:solidFill xmlns:a="http://schemas.openxmlformats.org/drawingml/2006/main"><a:srgbClr val="E9F1FA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3</a:t></a:r></a:p></p:txBody></p:sp><p:sp><p:nvSpPr><p:cNvPr id="59" name="heat-P5-5"><a:extLst xmlns:a="http://schemas.openxmlformats.org/drawingml/2006/main"><a:ext uri="{FF2B5EF4-FFF2-40B4-BE49-F238E27FC236}"><a16:creationId id="{1F6CB64C-2235-4278-A168-7860043A18A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91750" y="3109913" /><a:ext cx="400050" cy="404813" /></a:xfrm><a:prstGeom prst="rect" xmlns:a="http://schemas.openxmlformats.org/drawingml/2006/main"><a:avLst /></a:prstGeom><a:solidFill xmlns:a="http://schemas.openxmlformats.org/drawingml/2006/main"><a:srgbClr val="E9F1FA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3</a:t></a:r></a:p></p:txBody></p:sp><p:sp><p:nvSpPr><p:cNvPr id="60" name="rank-P5"><a:extLst xmlns:a="http://schemas.openxmlformats.org/drawingml/2006/main"><a:ext uri="{FF2B5EF4-FFF2-40B4-BE49-F238E27FC236}"><a16:creationId id="{602EC825-A6EB-4280-B952-E21E2384F5A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801350" y="3081338" /><a:ext cx="68580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E8872D" /></a:solidFill></a:defRPr></a:pPr><a:r><a:rPr sz="1600" b="1"><a:solidFill><a:srgbClr val="E8872D" /></a:solidFill></a:rPr><a:t>#4</a:t></a:r></a:p></p:txBody></p:sp><p:sp><p:nvSpPr><p:cNvPr id="61" name="heat-row-P6"><a:extLst xmlns:a="http://schemas.openxmlformats.org/drawingml/2006/main"><a:ext uri="{FF2B5EF4-FFF2-40B4-BE49-F238E27FC236}"><a16:creationId id="{CEBA0B4D-EF13-45BD-85E5-81E4F4F42C5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0" y="3543300" /><a:ext cx="4457700" cy="461963" /></a:xfrm><a:prstGeom prst="rect" xmlns:a="http://schemas.openxmlformats.org/drawingml/2006/main"><a:avLst /></a:prstGeom><a:solidFill xmlns:a="http://schemas.openxmlformats.org/drawingml/2006/main"><a:srgbClr val="FFFFFF" /></a:solidFill><a:ln w="5715" xmlns:a="http://schemas.openxmlformats.org/drawingml/2006/main"><a:solidFill><a:srgbClr val="D7DEE8" /></a:solidFill><a:prstDash val="solid" /></a:ln></p:spPr></p:sp><p:sp><p:nvSpPr><p:cNvPr id="62" name="heat-label-P6"><a:extLst xmlns:a="http://schemas.openxmlformats.org/drawingml/2006/main"><a:ext uri="{FF2B5EF4-FFF2-40B4-BE49-F238E27FC236}"><a16:creationId id="{7135C988-8EAD-4A47-B670-AF109B8816D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81850" y="3543300" /><a:ext cx="93345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0"><a:solidFill><a:srgbClr val="172033" /></a:solidFill></a:defRPr></a:pPr><a:r><a:rPr sz="1600" b="0"><a:solidFill><a:srgbClr val="172033" /></a:solidFill></a:rPr><a:t>P6 Sharing center</a:t></a:r></a:p></p:txBody></p:sp><p:sp><p:nvSpPr><p:cNvPr id="63" name="heat-P6-1"><a:extLst xmlns:a="http://schemas.openxmlformats.org/drawingml/2006/main"><a:ext uri="{FF2B5EF4-FFF2-40B4-BE49-F238E27FC236}"><a16:creationId id="{49AFBC36-ACFE-41A7-B60C-AFE27C5CBD5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096250" y="3571875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4</a:t></a:r></a:p></p:txBody></p:sp><p:sp><p:nvSpPr><p:cNvPr id="64" name="heat-P6-2"><a:extLst xmlns:a="http://schemas.openxmlformats.org/drawingml/2006/main"><a:ext uri="{FF2B5EF4-FFF2-40B4-BE49-F238E27FC236}"><a16:creationId id="{878AD999-11C0-4142-80EB-DE9514E9C40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620125" y="3571875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4</a:t></a:r></a:p></p:txBody></p:sp><p:sp><p:nvSpPr><p:cNvPr id="65" name="heat-P6-3"><a:extLst xmlns:a="http://schemas.openxmlformats.org/drawingml/2006/main"><a:ext uri="{FF2B5EF4-FFF2-40B4-BE49-F238E27FC236}"><a16:creationId id="{6CD3294F-F6F4-4131-884A-AFA3FEED765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144000" y="3571875" /><a:ext cx="400050" cy="404813" /></a:xfrm><a:prstGeom prst="rect" xmlns:a="http://schemas.openxmlformats.org/drawingml/2006/main"><a:avLst /></a:prstGeom><a:solidFill xmlns:a="http://schemas.openxmlformats.org/drawingml/2006/main"><a:srgbClr val="E9F1FA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3</a:t></a:r></a:p></p:txBody></p:sp><p:sp><p:nvSpPr><p:cNvPr id="66" name="heat-P6-4"><a:extLst xmlns:a="http://schemas.openxmlformats.org/drawingml/2006/main"><a:ext uri="{FF2B5EF4-FFF2-40B4-BE49-F238E27FC236}"><a16:creationId id="{93866AD0-2AA2-4E08-8E60-F340F5D57DC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667875" y="3571875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4</a:t></a:r></a:p></p:txBody></p:sp><p:sp><p:nvSpPr><p:cNvPr id="67" name="heat-P6-5"><a:extLst xmlns:a="http://schemas.openxmlformats.org/drawingml/2006/main"><a:ext uri="{FF2B5EF4-FFF2-40B4-BE49-F238E27FC236}"><a16:creationId id="{F77AFACA-A1F4-4C15-9105-DAE2E2138E8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91750" y="3571875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2</a:t></a:r></a:p></p:txBody></p:sp><p:sp><p:nvSpPr><p:cNvPr id="68" name="rank-P6"><a:extLst xmlns:a="http://schemas.openxmlformats.org/drawingml/2006/main"><a:ext uri="{FF2B5EF4-FFF2-40B4-BE49-F238E27FC236}"><a16:creationId id="{92873826-33AD-4FDB-8598-4A6B0536BAA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801350" y="3543300" /><a:ext cx="68580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E8872D" /></a:solidFill></a:defRPr></a:pPr><a:r><a:rPr sz="1600" b="1"><a:solidFill><a:srgbClr val="E8872D" /></a:solidFill></a:rPr><a:t>#5</a:t></a:r></a:p></p:txBody></p:sp><p:sp><p:nvSpPr><p:cNvPr id="69" name="heat-row-P7"><a:extLst xmlns:a="http://schemas.openxmlformats.org/drawingml/2006/main"><a:ext uri="{FF2B5EF4-FFF2-40B4-BE49-F238E27FC236}"><a16:creationId id="{789312BE-8A61-4C54-B894-A8759030860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0" y="4005263" /><a:ext cx="4457700" cy="461963" /></a:xfrm><a:prstGeom prst="rect" xmlns:a="http://schemas.openxmlformats.org/drawingml/2006/main"><a:avLst /></a:prstGeom><a:solidFill xmlns:a="http://schemas.openxmlformats.org/drawingml/2006/main"><a:srgbClr val="FFFFFF" /></a:solidFill><a:ln w="5715" xmlns:a="http://schemas.openxmlformats.org/drawingml/2006/main"><a:solidFill><a:srgbClr val="D7DEE8" /></a:solidFill><a:prstDash val="solid" /></a:ln></p:spPr></p:sp><p:sp><p:nvSpPr><p:cNvPr id="70" name="heat-label-P7"><a:extLst xmlns:a="http://schemas.openxmlformats.org/drawingml/2006/main"><a:ext uri="{FF2B5EF4-FFF2-40B4-BE49-F238E27FC236}"><a16:creationId id="{5ECB3BC5-2601-458F-B510-BAD37A3AAF5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81850" y="4005263" /><a:ext cx="93345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0"><a:solidFill><a:srgbClr val="172033" /></a:solidFill></a:defRPr></a:pPr><a:r><a:rPr sz="1600" b="0"><a:solidFill><a:srgbClr val="172033" /></a:solidFill></a:rPr><a:t>P7 Cultural promotion</a:t></a:r></a:p></p:txBody></p:sp><p:sp><p:nvSpPr><p:cNvPr id="71" name="heat-P7-1"><a:extLst xmlns:a="http://schemas.openxmlformats.org/drawingml/2006/main"><a:ext uri="{FF2B5EF4-FFF2-40B4-BE49-F238E27FC236}"><a16:creationId id="{C8FC1E67-CF33-4750-B1A2-0F43C95E736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096250" y="4033838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2</a:t></a:r></a:p></p:txBody></p:sp><p:sp><p:nvSpPr><p:cNvPr id="72" name="heat-P7-2"><a:extLst xmlns:a="http://schemas.openxmlformats.org/drawingml/2006/main"><a:ext uri="{FF2B5EF4-FFF2-40B4-BE49-F238E27FC236}"><a16:creationId id="{C70CBC64-CC43-46FC-86A9-AD66B06F352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620125" y="4033838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2</a:t></a:r></a:p></p:txBody></p:sp><p:sp><p:nvSpPr><p:cNvPr id="73" name="heat-P7-3"><a:extLst xmlns:a="http://schemas.openxmlformats.org/drawingml/2006/main"><a:ext uri="{FF2B5EF4-FFF2-40B4-BE49-F238E27FC236}"><a16:creationId id="{4B944BBE-C197-4291-A60F-777EB60C4D6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144000" y="4033838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2</a:t></a:r></a:p></p:txBody></p:sp><p:sp><p:nvSpPr><p:cNvPr id="74" name="heat-P7-4"><a:extLst xmlns:a="http://schemas.openxmlformats.org/drawingml/2006/main"><a:ext uri="{FF2B5EF4-FFF2-40B4-BE49-F238E27FC236}"><a16:creationId id="{645C52B1-84A4-4091-8CC3-72F2BD804EC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667875" y="4033838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1</a:t></a:r></a:p></p:txBody></p:sp><p:sp><p:nvSpPr><p:cNvPr id="75" name="heat-P7-5"><a:extLst xmlns:a="http://schemas.openxmlformats.org/drawingml/2006/main"><a:ext uri="{FF2B5EF4-FFF2-40B4-BE49-F238E27FC236}"><a16:creationId id="{1DFEFA54-B436-47E5-B92C-CC6963D3D64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91750" y="4033838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4</a:t></a:r></a:p></p:txBody></p:sp><p:sp><p:nvSpPr><p:cNvPr id="76" name="rank-P7"><a:extLst xmlns:a="http://schemas.openxmlformats.org/drawingml/2006/main"><a:ext uri="{FF2B5EF4-FFF2-40B4-BE49-F238E27FC236}"><a16:creationId id="{BEDB3735-B01A-403E-A8FD-21EF5E70ACC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801350" y="4005263" /><a:ext cx="68580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E8872D" /></a:solidFill></a:defRPr></a:pPr><a:r><a:rPr sz="1600" b="1"><a:solidFill><a:srgbClr val="E8872D" /></a:solidFill></a:rPr><a:t>#6</a:t></a:r></a:p></p:txBody></p:sp><p:sp><p:nvSpPr><p:cNvPr id="77" name="heat-row-P4"><a:extLst xmlns:a="http://schemas.openxmlformats.org/drawingml/2006/main"><a:ext uri="{FF2B5EF4-FFF2-40B4-BE49-F238E27FC236}"><a16:creationId id="{FBEAE7EB-BCC2-4231-A67E-EF2139A2D48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0" y="4467225" /><a:ext cx="4457700" cy="461963" /></a:xfrm><a:prstGeom prst="rect" xmlns:a="http://schemas.openxmlformats.org/drawingml/2006/main"><a:avLst /></a:prstGeom><a:solidFill xmlns:a="http://schemas.openxmlformats.org/drawingml/2006/main"><a:srgbClr val="FFFFFF" /></a:solidFill><a:ln w="5715" xmlns:a="http://schemas.openxmlformats.org/drawingml/2006/main"><a:solidFill><a:srgbClr val="D7DEE8" /></a:solidFill><a:prstDash val="solid" /></a:ln></p:spPr></p:sp><p:sp><p:nvSpPr><p:cNvPr id="78" name="heat-label-P4"><a:extLst xmlns:a="http://schemas.openxmlformats.org/drawingml/2006/main"><a:ext uri="{FF2B5EF4-FFF2-40B4-BE49-F238E27FC236}"><a16:creationId id="{68CCE669-8F7A-4343-8F7C-89E95649B67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81850" y="4467225" /><a:ext cx="93345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0"><a:solidFill><a:srgbClr val="172033" /></a:solidFill></a:defRPr></a:pPr><a:r><a:rPr sz="1600" b="0"><a:solidFill><a:srgbClr val="172033" /></a:solidFill></a:rPr><a:t>P4 data lake</a:t></a:r></a:p></p:txBody></p:sp><p:sp><p:nvSpPr><p:cNvPr id="79" name="heat-P4-1"><a:extLst xmlns:a="http://schemas.openxmlformats.org/drawingml/2006/main"><a:ext uri="{FF2B5EF4-FFF2-40B4-BE49-F238E27FC236}"><a16:creationId id="{85BA2AFE-593B-46AC-919F-F0570B73925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096250" y="4495800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5</a:t></a:r></a:p></p:txBody></p:sp><p:sp><p:nvSpPr><p:cNvPr id="80" name="heat-P4-2"><a:extLst xmlns:a="http://schemas.openxmlformats.org/drawingml/2006/main"><a:ext uri="{FF2B5EF4-FFF2-40B4-BE49-F238E27FC236}"><a16:creationId id="{AE8FC85C-2681-4D55-91AD-9E6F5F1C7C2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620125" y="4495800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5</a:t></a:r></a:p></p:txBody></p:sp><p:sp><p:nvSpPr><p:cNvPr id="81" name="heat-P4-3"><a:extLst xmlns:a="http://schemas.openxmlformats.org/drawingml/2006/main"><a:ext uri="{FF2B5EF4-FFF2-40B4-BE49-F238E27FC236}"><a16:creationId id="{35D42EDA-B3A3-4D87-A2B6-2ABB649AEDB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144000" y="4495800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4</a:t></a:r></a:p></p:txBody></p:sp><p:sp><p:nvSpPr><p:cNvPr id="82" name="heat-P4-4"><a:extLst xmlns:a="http://schemas.openxmlformats.org/drawingml/2006/main"><a:ext uri="{FF2B5EF4-FFF2-40B4-BE49-F238E27FC236}"><a16:creationId id="{D83E053D-B5F5-45AD-A2B1-7E3883AC850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667875" y="4495800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5</a:t></a:r></a:p></p:txBody></p:sp><p:sp><p:nvSpPr><p:cNvPr id="83" name="heat-P4-5"><a:extLst xmlns:a="http://schemas.openxmlformats.org/drawingml/2006/main"><a:ext uri="{FF2B5EF4-FFF2-40B4-BE49-F238E27FC236}"><a16:creationId id="{FE27E1DA-1A1C-446A-A80A-951AB30F212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91750" y="4495800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1</a:t></a:r></a:p></p:txBody></p:sp><p:sp><p:nvSpPr><p:cNvPr id="84" name="rank-P4"><a:extLst xmlns:a="http://schemas.openxmlformats.org/drawingml/2006/main"><a:ext uri="{FF2B5EF4-FFF2-40B4-BE49-F238E27FC236}"><a16:creationId id="{99B4DF07-B340-4F1C-ABA9-41EB58E5578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801350" y="4467225" /><a:ext cx="68580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E8872D" /></a:solidFill></a:defRPr></a:pPr><a:r><a:rPr sz="1600" b="1"><a:solidFill><a:srgbClr val="E8872D" /></a:solidFill></a:rPr><a:t>#7</a:t></a:r></a:p></p:txBody></p:sp><p:sp><p:nvSpPr><p:cNvPr id="85" name="heat-row-P8"><a:extLst xmlns:a="http://schemas.openxmlformats.org/drawingml/2006/main"><a:ext uri="{FF2B5EF4-FFF2-40B4-BE49-F238E27FC236}"><a16:creationId id="{0CC54C53-4C3A-4FF7-9B58-A54EBF11ADE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0" y="4929188" /><a:ext cx="4457700" cy="461963" /></a:xfrm><a:prstGeom prst="rect" xmlns:a="http://schemas.openxmlformats.org/drawingml/2006/main"><a:avLst /></a:prstGeom><a:solidFill xmlns:a="http://schemas.openxmlformats.org/drawingml/2006/main"><a:srgbClr val="F4F6F8" /></a:solidFill><a:ln w="5715" xmlns:a="http://schemas.openxmlformats.org/drawingml/2006/main"><a:solidFill><a:srgbClr val="D7DEE8" /></a:solidFill><a:prstDash val="solid" /></a:ln></p:spPr></p:sp><p:sp><p:nvSpPr><p:cNvPr id="86" name="heat-label-P8"><a:extLst xmlns:a="http://schemas.openxmlformats.org/drawingml/2006/main"><a:ext uri="{FF2B5EF4-FFF2-40B4-BE49-F238E27FC236}"><a16:creationId id="{458D4326-5CCF-4682-8DF5-B842CDE3963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81850" y="4929188" /><a:ext cx="93345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0"><a:solidFill><a:srgbClr val="172033" /></a:solidFill></a:defRPr></a:pPr><a:r><a:rPr sz="1600" b="0"><a:solidFill><a:srgbClr val="172033" /></a:solidFill></a:rPr><a:t>P8 Fully self-built</a:t></a:r></a:p></p:txBody></p:sp><p:sp><p:nvSpPr><p:cNvPr id="87" name="heat-P8-1"><a:extLst xmlns:a="http://schemas.openxmlformats.org/drawingml/2006/main"><a:ext uri="{FF2B5EF4-FFF2-40B4-BE49-F238E27FC236}"><a16:creationId id="{DA6ED8F7-9494-470D-9327-8333F3A1AC4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096250" y="4957763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2</a:t></a:r></a:p></p:txBody></p:sp><p:sp><p:nvSpPr><p:cNvPr id="88" name="heat-P8-2"><a:extLst xmlns:a="http://schemas.openxmlformats.org/drawingml/2006/main"><a:ext uri="{FF2B5EF4-FFF2-40B4-BE49-F238E27FC236}"><a16:creationId id="{D536BD3F-4F21-4943-A0BE-0CAFA719789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620125" y="4957763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5</a:t></a:r></a:p></p:txBody></p:sp><p:sp><p:nvSpPr><p:cNvPr id="89" name="heat-P8-3"><a:extLst xmlns:a="http://schemas.openxmlformats.org/drawingml/2006/main"><a:ext uri="{FF2B5EF4-FFF2-40B4-BE49-F238E27FC236}"><a16:creationId id="{7BFBEE6D-F9EC-47E6-8E10-CF2CA83FF7A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144000" y="4957763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5</a:t></a:r></a:p></p:txBody></p:sp><p:sp><p:nvSpPr><p:cNvPr id="90" name="heat-P8-4"><a:extLst xmlns:a="http://schemas.openxmlformats.org/drawingml/2006/main"><a:ext uri="{FF2B5EF4-FFF2-40B4-BE49-F238E27FC236}"><a16:creationId id="{EA1BC736-F7A8-4CA0-8897-989E6D03534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667875" y="4957763" /><a:ext cx="400050" cy="404813" /></a:xfrm><a:prstGeom prst="rect" xmlns:a="http://schemas.openxmlformats.org/drawingml/2006/main"><a:avLst /></a:prstGeom><a:solidFill xmlns:a="http://schemas.openxmlformats.org/drawingml/2006/main"><a:srgbClr val="2F6FB2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5</a:t></a:r></a:p></p:txBody></p:sp><p:sp><p:nvSpPr><p:cNvPr id="91" name="heat-P8-5"><a:extLst xmlns:a="http://schemas.openxmlformats.org/drawingml/2006/main"><a:ext uri="{FF2B5EF4-FFF2-40B4-BE49-F238E27FC236}"><a16:creationId id="{95023DF3-D756-46DD-A771-26C684320AC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91750" y="4957763" /><a:ext cx="400050" cy="404813" /></a:xfrm><a:prstGeom prst="rect" xmlns:a="http://schemas.openxmlformats.org/drawingml/2006/main"><a:avLst /></a:prstGeom><a:solidFill xmlns:a="http://schemas.openxmlformats.org/drawingml/2006/main"><a:srgbClr val="F4F6F8" /></a:solidFill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72033" /></a:solidFill></a:defRPr></a:pPr><a:r><a:rPr sz="1600" b="1"><a:solidFill><a:srgbClr val="172033" /></a:solidFill></a:rPr><a:t>1</a:t></a:r></a:p></p:txBody></p:sp><p:sp><p:nvSpPr><p:cNvPr id="92" name="rank-P8"><a:extLst xmlns:a="http://schemas.openxmlformats.org/drawingml/2006/main"><a:ext uri="{FF2B5EF4-FFF2-40B4-BE49-F238E27FC236}"><a16:creationId id="{BD957CCE-2DE9-43FB-8456-FFA725C4960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801350" y="4929188" /><a:ext cx="685800" cy="461963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697386" /></a:solidFill></a:defRPr></a:pPr><a:r><a:rPr sz="1600" b="1"><a:solidFill><a:srgbClr val="697386" /></a:solidFill></a:rPr><a:t>Suspend</a:t></a:r></a:p></p:txBody></p:sp><p:sp><p:nvSpPr><p:cNvPr id="93" name="bottom-conclusion"><a:extLst xmlns:a="http://schemas.openxmlformats.org/drawingml/2006/main"><a:ext uri="{FF2B5EF4-FFF2-40B4-BE49-F238E27FC236}"><a16:creationId id="{0138CA4A-E533-45A6-9FD5-10EC6FE7FDC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14350" y="5753100" /><a:ext cx="11163300" cy="552450" /></a:xfrm><a:prstGeom prst="roundRect" xmlns:a="http://schemas.openxmlformats.org/drawingml/2006/main"><a:avLst><a:gd name="adj" fmla="val 13793" /></a:avLst></a:prstGeom><a:solidFill xmlns:a="http://schemas.openxmlformats.org/drawingml/2006/main"><a:srgbClr val="FFF0E2" /></a:solidFill><a:ln w="14288" xmlns:a="http://schemas.openxmlformats.org/drawingml/2006/main"><a:solidFill><a:srgbClr val="E8872D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Q3 Startup checklist:P1,P2,P3</a:t></a:r></a:p></p:txBody></p:sp></p:spTree><p:extLst><p:ext uri="{BB962C8B-B14F-4D97-AF65-F5344CB8AC3E}"><p14:creationId val="682835567" xmlns:p14="http://schemas.microsoft.com/office/powerpoint/2010/main" /></p:ext></p:extLst></p:cSld>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2026-07-31T20:15:08.2330000Z</dcterms:created>
  <dcterms:modified xsi:type="dcterms:W3CDTF">2026-07-31T20:15:08.2330000Z</dcterms:modified>
</coreProperties>
</file>