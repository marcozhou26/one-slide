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201ba6adda471a" /><Relationship Type="http://schemas.openxmlformats.org/officeDocument/2006/relationships/extended-properties" Target="/docProps/app.xml" Id="Rd155f738352b4c44" /><Relationship Type="http://schemas.openxmlformats.org/officeDocument/2006/relationships/officeDocument" Target="/ppt/presentation.xml" Id="Rf8d0e2db30e24e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b035710fd84e4f"/>
  </p:sldMasterIdLst>
  <p:notesMasterIdLst>
    <p:notesMasterId xmlns:r="http://schemas.openxmlformats.org/officeDocument/2006/relationships" r:id="R79df1a70ff064ddd"/>
  </p:notesMasterIdLst>
  <p:sldIdLst>
    <p:sldId xmlns:r="http://schemas.openxmlformats.org/officeDocument/2006/relationships" id="256" r:id="R9749265803e54f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f8463150734d64" /><Relationship Type="http://schemas.openxmlformats.org/officeDocument/2006/relationships/slideMaster" Target="/ppt/slideMasters/slideMaster1.xml" Id="Rcbb035710fd84e4f" /><Relationship Type="http://schemas.openxmlformats.org/officeDocument/2006/relationships/notesMaster" Target="/ppt/notesMasters/notesMaster1.xml" Id="R79df1a70ff064ddd" /><Relationship Type="http://schemas.openxmlformats.org/officeDocument/2006/relationships/presProps" Target="/ppt/presProps.xml" Id="Rab7965a0bfc84854" /><Relationship Type="http://schemas.openxmlformats.org/officeDocument/2006/relationships/tableStyles" Target="/ppt/tableStyles.xml" Id="R36637652fb904993" /><Relationship Type="http://schemas.openxmlformats.org/officeDocument/2006/relationships/slide" Target="/ppt/slides/slide1.xml" Id="R9749265803e54f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44b7dba6d344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8187797f1d4739" /><Relationship Type="http://schemas.openxmlformats.org/officeDocument/2006/relationships/notesMaster" Target="/ppt/notesMasters/notesMaster1.xml" Id="R05ec9948cb3546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9622f2f2ce41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27807dcafe4e38" /><Relationship Type="http://schemas.openxmlformats.org/officeDocument/2006/relationships/slideLayout" Target="/ppt/slideLayouts/slideLayout1.xml" Id="R649a006bdf8b4c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9a006bdf8b4c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4b9164e75457d" /><Relationship Type="http://schemas.openxmlformats.org/officeDocument/2006/relationships/notesSlide" Target="/ppt/notesSlides/notesSlide1.xml" Id="R0df097d4c11248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page-title">
            <a:extLst xmlns:a="http://schemas.openxmlformats.org/drawingml/2006/main">
              <a:ext uri="{FF2B5EF4-FFF2-40B4-BE49-F238E27FC236}">
                <a16:creationId xmlns:a16="http://schemas.microsoft.com/office/drawing/2014/main" id="{75BCFCEC-63FD-492D-9847-A95B7980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八项举措中三项落入高价值低难度区，应在 Q3 启动</a:t>
            </a:r>
          </a:p>
        </p:txBody>
      </p:sp>
      <p:sp>
        <p:nvSpPr>
          <p:cNvPr id="2" name="matrix-frame">
            <a:extLst xmlns:a="http://schemas.openxmlformats.org/drawingml/2006/main">
              <a:ext uri="{FF2B5EF4-FFF2-40B4-BE49-F238E27FC236}">
                <a16:creationId xmlns:a16="http://schemas.microsoft.com/office/drawing/2014/main" id="{11012D5B-3295-402E-9FA4-F0A74F80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619125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</p:sp>
      <p:sp>
        <p:nvSpPr>
          <p:cNvPr id="3" name="matrix-q1">
            <a:extLst xmlns:a="http://schemas.openxmlformats.org/drawingml/2006/main">
              <a:ext uri="{FF2B5EF4-FFF2-40B4-BE49-F238E27FC236}">
                <a16:creationId xmlns:a16="http://schemas.microsoft.com/office/drawing/2014/main" id="{318F35AD-D365-4FC3-B072-FDFF9BBB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26860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matrix-q2">
            <a:extLst xmlns:a="http://schemas.openxmlformats.org/drawingml/2006/main">
              <a:ext uri="{FF2B5EF4-FFF2-40B4-BE49-F238E27FC236}">
                <a16:creationId xmlns:a16="http://schemas.microsoft.com/office/drawing/2014/main" id="{3CD6B4DB-B501-4C8F-8B71-E316DA3E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00200"/>
            <a:ext cx="26860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atrix-q3">
            <a:extLst xmlns:a="http://schemas.openxmlformats.org/drawingml/2006/main">
              <a:ext uri="{FF2B5EF4-FFF2-40B4-BE49-F238E27FC236}">
                <a16:creationId xmlns:a16="http://schemas.microsoft.com/office/drawing/2014/main" id="{B52F69D8-10C0-433F-8BD4-606D072F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43275"/>
            <a:ext cx="26860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atrix-q4">
            <a:extLst xmlns:a="http://schemas.openxmlformats.org/drawingml/2006/main">
              <a:ext uri="{FF2B5EF4-FFF2-40B4-BE49-F238E27FC236}">
                <a16:creationId xmlns:a16="http://schemas.microsoft.com/office/drawing/2014/main" id="{076E5A86-7D3C-4B13-8E8F-067BFAEA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43275"/>
            <a:ext cx="26860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atrix-mid-x">
            <a:extLst xmlns:a="http://schemas.openxmlformats.org/drawingml/2006/main">
              <a:ext uri="{FF2B5EF4-FFF2-40B4-BE49-F238E27FC236}">
                <a16:creationId xmlns:a16="http://schemas.microsoft.com/office/drawing/2014/main" id="{B63F9B0A-124B-486F-A11E-FF911459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00200"/>
            <a:ext cx="0" cy="3486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EB8C6"/>
            </a:solidFill>
            <a:prstDash val="dash"/>
          </a:ln>
        </p:spPr>
      </p:sp>
      <p:sp>
        <p:nvSpPr>
          <p:cNvPr id="8" name="matrix-mid-y">
            <a:extLst xmlns:a="http://schemas.openxmlformats.org/drawingml/2006/main">
              <a:ext uri="{FF2B5EF4-FFF2-40B4-BE49-F238E27FC236}">
                <a16:creationId xmlns:a16="http://schemas.microsoft.com/office/drawing/2014/main" id="{B513289C-78E3-4BFB-B114-F80E68B7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43275"/>
            <a:ext cx="537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EB8C6"/>
            </a:solidFill>
            <a:prstDash val="dash"/>
          </a:ln>
        </p:spPr>
      </p:sp>
      <p:sp>
        <p:nvSpPr>
          <p:cNvPr id="9" name="matrix-x-label">
            <a:extLst xmlns:a="http://schemas.openxmlformats.org/drawingml/2006/main">
              <a:ext uri="{FF2B5EF4-FFF2-40B4-BE49-F238E27FC236}">
                <a16:creationId xmlns:a16="http://schemas.microsoft.com/office/drawing/2014/main" id="{C41F295B-5050-4E59-B992-272D68BD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181600"/>
            <a:ext cx="346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实施难度</a:t>
            </a:r>
          </a:p>
        </p:txBody>
      </p:sp>
      <p:sp>
        <p:nvSpPr>
          <p:cNvPr id="10" name="matrix-y-label">
            <a:extLst xmlns:a="http://schemas.openxmlformats.org/drawingml/2006/main">
              <a:ext uri="{FF2B5EF4-FFF2-40B4-BE49-F238E27FC236}">
                <a16:creationId xmlns:a16="http://schemas.microsoft.com/office/drawing/2014/main" id="{4FE0B886-4170-436D-8546-AEAAF435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552450" y="2505075"/>
            <a:ext cx="4381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价值贡献</a:t>
            </a:r>
          </a:p>
        </p:txBody>
      </p:sp>
      <p:sp>
        <p:nvSpPr>
          <p:cNvPr id="11" name="bubble-P1">
            <a:extLst xmlns:a="http://schemas.openxmlformats.org/drawingml/2006/main">
              <a:ext uri="{FF2B5EF4-FFF2-40B4-BE49-F238E27FC236}">
                <a16:creationId xmlns:a16="http://schemas.microsoft.com/office/drawing/2014/main" id="{F4A18004-E42F-4486-BA81-D815F119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8110" y="1708540"/>
            <a:ext cx="341103" cy="3411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2" name="bubble-label-P1">
            <a:extLst xmlns:a="http://schemas.openxmlformats.org/drawingml/2006/main">
              <a:ext uri="{FF2B5EF4-FFF2-40B4-BE49-F238E27FC236}">
                <a16:creationId xmlns:a16="http://schemas.microsoft.com/office/drawing/2014/main" id="{9EBDF1AC-214F-4120-87D1-B0897A2D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660" y="2059169"/>
            <a:ext cx="68400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智能问答</a:t>
            </a:r>
          </a:p>
        </p:txBody>
      </p:sp>
      <p:sp>
        <p:nvSpPr>
          <p:cNvPr id="13" name="bubble-P2">
            <a:extLst xmlns:a="http://schemas.openxmlformats.org/drawingml/2006/main">
              <a:ext uri="{FF2B5EF4-FFF2-40B4-BE49-F238E27FC236}">
                <a16:creationId xmlns:a16="http://schemas.microsoft.com/office/drawing/2014/main" id="{505E7DB6-7D83-4EF8-92C8-9D8C2134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408" y="2043359"/>
            <a:ext cx="368696" cy="3686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4" name="bubble-label-P2">
            <a:extLst xmlns:a="http://schemas.openxmlformats.org/drawingml/2006/main">
              <a:ext uri="{FF2B5EF4-FFF2-40B4-BE49-F238E27FC236}">
                <a16:creationId xmlns:a16="http://schemas.microsoft.com/office/drawing/2014/main" id="{1733FEF4-2E3E-4F2C-A1BF-4E5B32DF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4958" y="2421580"/>
            <a:ext cx="71159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招聘筛选</a:t>
            </a:r>
          </a:p>
        </p:txBody>
      </p:sp>
      <p:sp>
        <p:nvSpPr>
          <p:cNvPr id="15" name="bubble-P3">
            <a:extLst xmlns:a="http://schemas.openxmlformats.org/drawingml/2006/main">
              <a:ext uri="{FF2B5EF4-FFF2-40B4-BE49-F238E27FC236}">
                <a16:creationId xmlns:a16="http://schemas.microsoft.com/office/drawing/2014/main" id="{48E28691-F244-4DF7-B359-22EF424C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024" y="2316099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6" name="bubble-label-P3">
            <a:extLst xmlns:a="http://schemas.openxmlformats.org/drawingml/2006/main">
              <a:ext uri="{FF2B5EF4-FFF2-40B4-BE49-F238E27FC236}">
                <a16:creationId xmlns:a16="http://schemas.microsoft.com/office/drawing/2014/main" id="{3441A7B0-0D02-4DB0-99BC-3802006F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574" y="2706624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主数据</a:t>
            </a:r>
          </a:p>
        </p:txBody>
      </p:sp>
      <p:sp>
        <p:nvSpPr>
          <p:cNvPr id="17" name="bubble-P4">
            <a:extLst xmlns:a="http://schemas.openxmlformats.org/drawingml/2006/main">
              <a:ext uri="{FF2B5EF4-FFF2-40B4-BE49-F238E27FC236}">
                <a16:creationId xmlns:a16="http://schemas.microsoft.com/office/drawing/2014/main" id="{096A0F9B-186C-4EA9-AE38-CF84497F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3456" y="1653416"/>
            <a:ext cx="451353" cy="4513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18" name="bubble-label-P4">
            <a:extLst xmlns:a="http://schemas.openxmlformats.org/drawingml/2006/main">
              <a:ext uri="{FF2B5EF4-FFF2-40B4-BE49-F238E27FC236}">
                <a16:creationId xmlns:a16="http://schemas.microsoft.com/office/drawing/2014/main" id="{CAE44FD1-4AD7-497D-8461-19898D9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006" y="2114293"/>
            <a:ext cx="79425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数据湖</a:t>
            </a:r>
          </a:p>
        </p:txBody>
      </p:sp>
      <p:sp>
        <p:nvSpPr>
          <p:cNvPr id="19" name="bubble-P5">
            <a:extLst xmlns:a="http://schemas.openxmlformats.org/drawingml/2006/main">
              <a:ext uri="{FF2B5EF4-FFF2-40B4-BE49-F238E27FC236}">
                <a16:creationId xmlns:a16="http://schemas.microsoft.com/office/drawing/2014/main" id="{0199723F-2652-48DB-A238-4CDD0C88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666" y="2519490"/>
            <a:ext cx="392556" cy="3925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20" name="bubble-label-P5">
            <a:extLst xmlns:a="http://schemas.openxmlformats.org/drawingml/2006/main">
              <a:ext uri="{FF2B5EF4-FFF2-40B4-BE49-F238E27FC236}">
                <a16:creationId xmlns:a16="http://schemas.microsoft.com/office/drawing/2014/main" id="{4F61F54D-907F-41F2-9A4C-F3BD263F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7216" y="2921571"/>
            <a:ext cx="73545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岗位重构</a:t>
            </a:r>
          </a:p>
        </p:txBody>
      </p:sp>
      <p:sp>
        <p:nvSpPr>
          <p:cNvPr id="21" name="bubble-P6">
            <a:extLst xmlns:a="http://schemas.openxmlformats.org/drawingml/2006/main">
              <a:ext uri="{FF2B5EF4-FFF2-40B4-BE49-F238E27FC236}">
                <a16:creationId xmlns:a16="http://schemas.microsoft.com/office/drawing/2014/main" id="{8A88370A-612E-4B77-904E-9093C458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689" y="2224969"/>
            <a:ext cx="423814" cy="42381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22" name="bubble-label-P6">
            <a:extLst xmlns:a="http://schemas.openxmlformats.org/drawingml/2006/main">
              <a:ext uri="{FF2B5EF4-FFF2-40B4-BE49-F238E27FC236}">
                <a16:creationId xmlns:a16="http://schemas.microsoft.com/office/drawing/2014/main" id="{FA7BDFD5-054F-4259-A77F-9B91899F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6239" y="2658308"/>
            <a:ext cx="76671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共享中心</a:t>
            </a:r>
          </a:p>
        </p:txBody>
      </p:sp>
      <p:sp>
        <p:nvSpPr>
          <p:cNvPr id="23" name="bubble-P7">
            <a:extLst xmlns:a="http://schemas.openxmlformats.org/drawingml/2006/main">
              <a:ext uri="{FF2B5EF4-FFF2-40B4-BE49-F238E27FC236}">
                <a16:creationId xmlns:a16="http://schemas.microsoft.com/office/drawing/2014/main" id="{BA507615-BCD3-45F6-ABAB-4F6978E5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968" y="3886927"/>
            <a:ext cx="307157" cy="30715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7386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24" name="bubble-label-P7">
            <a:extLst xmlns:a="http://schemas.openxmlformats.org/drawingml/2006/main">
              <a:ext uri="{FF2B5EF4-FFF2-40B4-BE49-F238E27FC236}">
                <a16:creationId xmlns:a16="http://schemas.microsoft.com/office/drawing/2014/main" id="{5E307BD2-0051-4CD7-8A88-D128C5A1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518" y="4203608"/>
            <a:ext cx="65005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文化宣导</a:t>
            </a:r>
          </a:p>
        </p:txBody>
      </p:sp>
      <p:sp>
        <p:nvSpPr>
          <p:cNvPr id="25" name="bubble-P8">
            <a:extLst xmlns:a="http://schemas.openxmlformats.org/drawingml/2006/main">
              <a:ext uri="{FF2B5EF4-FFF2-40B4-BE49-F238E27FC236}">
                <a16:creationId xmlns:a16="http://schemas.microsoft.com/office/drawing/2014/main" id="{F174691B-BD02-4013-B4F5-089AA4AB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320" y="3888974"/>
            <a:ext cx="442508" cy="4425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4288">
            <a:solidFill>
              <a:srgbClr val="AEB8C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26" name="bubble-label-P8">
            <a:extLst xmlns:a="http://schemas.openxmlformats.org/drawingml/2006/main">
              <a:ext uri="{FF2B5EF4-FFF2-40B4-BE49-F238E27FC236}">
                <a16:creationId xmlns:a16="http://schemas.microsoft.com/office/drawing/2014/main" id="{31D2CD43-7267-4712-8380-F1D1F5D5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3870" y="4341007"/>
            <a:ext cx="78540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全面自建</a:t>
            </a:r>
          </a:p>
        </p:txBody>
      </p:sp>
      <p:sp>
        <p:nvSpPr>
          <p:cNvPr id="27" name="heatmap-frame">
            <a:extLst xmlns:a="http://schemas.openxmlformats.org/drawingml/2006/main">
              <a:ext uri="{FF2B5EF4-FFF2-40B4-BE49-F238E27FC236}">
                <a16:creationId xmlns:a16="http://schemas.microsoft.com/office/drawing/2014/main" id="{E1E470B2-7153-49AF-BC0E-41B8B02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257300"/>
            <a:ext cx="46101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</p:sp>
      <p:sp>
        <p:nvSpPr>
          <p:cNvPr id="28" name="heatmap-header">
            <a:extLst xmlns:a="http://schemas.openxmlformats.org/drawingml/2006/main">
              <a:ext uri="{FF2B5EF4-FFF2-40B4-BE49-F238E27FC236}">
                <a16:creationId xmlns:a16="http://schemas.microsoft.com/office/drawing/2014/main" id="{C8D4C8CD-10D9-4E3A-A7C1-E1F9CC84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333500"/>
            <a:ext cx="441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举措        价值  难度  风险  依赖  速度   排名</a:t>
            </a:r>
          </a:p>
        </p:txBody>
      </p:sp>
      <p:sp>
        <p:nvSpPr>
          <p:cNvPr id="29" name="heat-row-P1">
            <a:extLst xmlns:a="http://schemas.openxmlformats.org/drawingml/2006/main">
              <a:ext uri="{FF2B5EF4-FFF2-40B4-BE49-F238E27FC236}">
                <a16:creationId xmlns:a16="http://schemas.microsoft.com/office/drawing/2014/main" id="{59576347-ECC6-4F65-878C-660069E5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30" name="heat-label-P1">
            <a:extLst xmlns:a="http://schemas.openxmlformats.org/drawingml/2006/main">
              <a:ext uri="{FF2B5EF4-FFF2-40B4-BE49-F238E27FC236}">
                <a16:creationId xmlns:a16="http://schemas.microsoft.com/office/drawing/2014/main" id="{2A555E85-A5B7-4657-B3B0-52566B9C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95450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P1 智能问答</a:t>
            </a:r>
          </a:p>
        </p:txBody>
      </p:sp>
      <p:sp>
        <p:nvSpPr>
          <p:cNvPr id="31" name="heat-P1-1">
            <a:extLst xmlns:a="http://schemas.openxmlformats.org/drawingml/2006/main">
              <a:ext uri="{FF2B5EF4-FFF2-40B4-BE49-F238E27FC236}">
                <a16:creationId xmlns:a16="http://schemas.microsoft.com/office/drawing/2014/main" id="{72E9FA7C-7253-4C13-ACC6-49078C54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2402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heat-P1-2">
            <a:extLst xmlns:a="http://schemas.openxmlformats.org/drawingml/2006/main">
              <a:ext uri="{FF2B5EF4-FFF2-40B4-BE49-F238E27FC236}">
                <a16:creationId xmlns:a16="http://schemas.microsoft.com/office/drawing/2014/main" id="{B7E56AC8-BFCB-4BE0-90F2-8C4A18F3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72402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</a:t>
            </a:r>
          </a:p>
        </p:txBody>
      </p:sp>
      <p:sp>
        <p:nvSpPr>
          <p:cNvPr id="33" name="heat-P1-3">
            <a:extLst xmlns:a="http://schemas.openxmlformats.org/drawingml/2006/main">
              <a:ext uri="{FF2B5EF4-FFF2-40B4-BE49-F238E27FC236}">
                <a16:creationId xmlns:a16="http://schemas.microsoft.com/office/drawing/2014/main" id="{9D601F0B-B621-4861-9999-1772DFCF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2402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</a:t>
            </a:r>
          </a:p>
        </p:txBody>
      </p:sp>
      <p:sp>
        <p:nvSpPr>
          <p:cNvPr id="34" name="heat-P1-4">
            <a:extLst xmlns:a="http://schemas.openxmlformats.org/drawingml/2006/main">
              <a:ext uri="{FF2B5EF4-FFF2-40B4-BE49-F238E27FC236}">
                <a16:creationId xmlns:a16="http://schemas.microsoft.com/office/drawing/2014/main" id="{95EDB9CF-96E1-4C12-BDDE-1A0A665D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72402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</a:t>
            </a:r>
          </a:p>
        </p:txBody>
      </p:sp>
      <p:sp>
        <p:nvSpPr>
          <p:cNvPr id="35" name="heat-P1-5">
            <a:extLst xmlns:a="http://schemas.openxmlformats.org/drawingml/2006/main">
              <a:ext uri="{FF2B5EF4-FFF2-40B4-BE49-F238E27FC236}">
                <a16:creationId xmlns:a16="http://schemas.microsoft.com/office/drawing/2014/main" id="{B5B935DF-32F3-4B12-9984-C9CB12A6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72402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rank-P1">
            <a:extLst xmlns:a="http://schemas.openxmlformats.org/drawingml/2006/main">
              <a:ext uri="{FF2B5EF4-FFF2-40B4-BE49-F238E27FC236}">
                <a16:creationId xmlns:a16="http://schemas.microsoft.com/office/drawing/2014/main" id="{03CB14C3-E4E6-4897-B379-8349DB90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695450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#1</a:t>
            </a:r>
          </a:p>
        </p:txBody>
      </p:sp>
      <p:sp>
        <p:nvSpPr>
          <p:cNvPr id="37" name="heat-row-P2">
            <a:extLst xmlns:a="http://schemas.openxmlformats.org/drawingml/2006/main">
              <a:ext uri="{FF2B5EF4-FFF2-40B4-BE49-F238E27FC236}">
                <a16:creationId xmlns:a16="http://schemas.microsoft.com/office/drawing/2014/main" id="{11E72A67-8911-4CE5-893A-C1764507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57413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38" name="heat-label-P2">
            <a:extLst xmlns:a="http://schemas.openxmlformats.org/drawingml/2006/main">
              <a:ext uri="{FF2B5EF4-FFF2-40B4-BE49-F238E27FC236}">
                <a16:creationId xmlns:a16="http://schemas.microsoft.com/office/drawing/2014/main" id="{D5453E59-07BC-4C3D-BD57-6F07AF6E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57413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P2 招聘筛选</a:t>
            </a:r>
          </a:p>
        </p:txBody>
      </p:sp>
      <p:sp>
        <p:nvSpPr>
          <p:cNvPr id="39" name="heat-P2-1">
            <a:extLst xmlns:a="http://schemas.openxmlformats.org/drawingml/2006/main">
              <a:ext uri="{FF2B5EF4-FFF2-40B4-BE49-F238E27FC236}">
                <a16:creationId xmlns:a16="http://schemas.microsoft.com/office/drawing/2014/main" id="{37EADDD3-3ED6-4051-A436-9DF28CE8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8598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0" name="heat-P2-2">
            <a:extLst xmlns:a="http://schemas.openxmlformats.org/drawingml/2006/main">
              <a:ext uri="{FF2B5EF4-FFF2-40B4-BE49-F238E27FC236}">
                <a16:creationId xmlns:a16="http://schemas.microsoft.com/office/drawing/2014/main" id="{B4CB0780-F72C-49DA-97AC-33F17BD6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18598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41" name="heat-P2-3">
            <a:extLst xmlns:a="http://schemas.openxmlformats.org/drawingml/2006/main">
              <a:ext uri="{FF2B5EF4-FFF2-40B4-BE49-F238E27FC236}">
                <a16:creationId xmlns:a16="http://schemas.microsoft.com/office/drawing/2014/main" id="{8F583514-13FC-4FE4-ABCC-40F3E1AD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8598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42" name="heat-P2-4">
            <a:extLst xmlns:a="http://schemas.openxmlformats.org/drawingml/2006/main">
              <a:ext uri="{FF2B5EF4-FFF2-40B4-BE49-F238E27FC236}">
                <a16:creationId xmlns:a16="http://schemas.microsoft.com/office/drawing/2014/main" id="{A7223497-94D7-4C88-9EF4-84CD97BB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18598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43" name="heat-P2-5">
            <a:extLst xmlns:a="http://schemas.openxmlformats.org/drawingml/2006/main">
              <a:ext uri="{FF2B5EF4-FFF2-40B4-BE49-F238E27FC236}">
                <a16:creationId xmlns:a16="http://schemas.microsoft.com/office/drawing/2014/main" id="{52452C30-57DF-4F08-A462-17B68417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8598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4" name="rank-P2">
            <a:extLst xmlns:a="http://schemas.openxmlformats.org/drawingml/2006/main">
              <a:ext uri="{FF2B5EF4-FFF2-40B4-BE49-F238E27FC236}">
                <a16:creationId xmlns:a16="http://schemas.microsoft.com/office/drawing/2014/main" id="{6F9A0C79-4E59-4AF3-A911-C64FBFFE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157413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#2</a:t>
            </a:r>
          </a:p>
        </p:txBody>
      </p:sp>
      <p:sp>
        <p:nvSpPr>
          <p:cNvPr id="45" name="heat-row-P3">
            <a:extLst xmlns:a="http://schemas.openxmlformats.org/drawingml/2006/main">
              <a:ext uri="{FF2B5EF4-FFF2-40B4-BE49-F238E27FC236}">
                <a16:creationId xmlns:a16="http://schemas.microsoft.com/office/drawing/2014/main" id="{36551628-B28B-413B-853A-249D553B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19375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46" name="heat-label-P3">
            <a:extLst xmlns:a="http://schemas.openxmlformats.org/drawingml/2006/main">
              <a:ext uri="{FF2B5EF4-FFF2-40B4-BE49-F238E27FC236}">
                <a16:creationId xmlns:a16="http://schemas.microsoft.com/office/drawing/2014/main" id="{5183CD00-76C1-447E-A359-54739AAC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19375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P3 主数据</a:t>
            </a:r>
          </a:p>
        </p:txBody>
      </p:sp>
      <p:sp>
        <p:nvSpPr>
          <p:cNvPr id="47" name="heat-P3-1">
            <a:extLst xmlns:a="http://schemas.openxmlformats.org/drawingml/2006/main">
              <a:ext uri="{FF2B5EF4-FFF2-40B4-BE49-F238E27FC236}">
                <a16:creationId xmlns:a16="http://schemas.microsoft.com/office/drawing/2014/main" id="{0F22231B-C2FC-4C62-8C73-0127BE42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4795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heat-P3-2">
            <a:extLst xmlns:a="http://schemas.openxmlformats.org/drawingml/2006/main">
              <a:ext uri="{FF2B5EF4-FFF2-40B4-BE49-F238E27FC236}">
                <a16:creationId xmlns:a16="http://schemas.microsoft.com/office/drawing/2014/main" id="{D6183E94-2609-492E-A689-58EC6316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64795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49" name="heat-P3-3">
            <a:extLst xmlns:a="http://schemas.openxmlformats.org/drawingml/2006/main">
              <a:ext uri="{FF2B5EF4-FFF2-40B4-BE49-F238E27FC236}">
                <a16:creationId xmlns:a16="http://schemas.microsoft.com/office/drawing/2014/main" id="{CE69797F-C8D5-43C7-BAC9-141E856E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50" name="heat-P3-4">
            <a:extLst xmlns:a="http://schemas.openxmlformats.org/drawingml/2006/main">
              <a:ext uri="{FF2B5EF4-FFF2-40B4-BE49-F238E27FC236}">
                <a16:creationId xmlns:a16="http://schemas.microsoft.com/office/drawing/2014/main" id="{77D83BB4-7C75-4A5E-B7F5-DDBE8EC7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64795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51" name="heat-P3-5">
            <a:extLst xmlns:a="http://schemas.openxmlformats.org/drawingml/2006/main">
              <a:ext uri="{FF2B5EF4-FFF2-40B4-BE49-F238E27FC236}">
                <a16:creationId xmlns:a16="http://schemas.microsoft.com/office/drawing/2014/main" id="{3BF0F0AC-E188-430C-9AC7-630C02A6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4795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2" name="rank-P3">
            <a:extLst xmlns:a="http://schemas.openxmlformats.org/drawingml/2006/main">
              <a:ext uri="{FF2B5EF4-FFF2-40B4-BE49-F238E27FC236}">
                <a16:creationId xmlns:a16="http://schemas.microsoft.com/office/drawing/2014/main" id="{5C91132A-BDAE-4E88-A48F-4E76CFB0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619375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#3</a:t>
            </a:r>
          </a:p>
        </p:txBody>
      </p:sp>
      <p:sp>
        <p:nvSpPr>
          <p:cNvPr id="53" name="heat-row-P5">
            <a:extLst xmlns:a="http://schemas.openxmlformats.org/drawingml/2006/main">
              <a:ext uri="{FF2B5EF4-FFF2-40B4-BE49-F238E27FC236}">
                <a16:creationId xmlns:a16="http://schemas.microsoft.com/office/drawing/2014/main" id="{43586760-F621-4062-97BE-02C3787C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81338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54" name="heat-label-P5">
            <a:extLst xmlns:a="http://schemas.openxmlformats.org/drawingml/2006/main">
              <a:ext uri="{FF2B5EF4-FFF2-40B4-BE49-F238E27FC236}">
                <a16:creationId xmlns:a16="http://schemas.microsoft.com/office/drawing/2014/main" id="{D8A0071F-7541-4BAF-8C3C-C7CAD1D8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81338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P5 岗位重构</a:t>
            </a:r>
          </a:p>
        </p:txBody>
      </p:sp>
      <p:sp>
        <p:nvSpPr>
          <p:cNvPr id="55" name="heat-P5-1">
            <a:extLst xmlns:a="http://schemas.openxmlformats.org/drawingml/2006/main">
              <a:ext uri="{FF2B5EF4-FFF2-40B4-BE49-F238E27FC236}">
                <a16:creationId xmlns:a16="http://schemas.microsoft.com/office/drawing/2014/main" id="{A69A4CA0-A7AF-436F-A606-E89B6F2B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991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6" name="heat-P5-2">
            <a:extLst xmlns:a="http://schemas.openxmlformats.org/drawingml/2006/main">
              <a:ext uri="{FF2B5EF4-FFF2-40B4-BE49-F238E27FC236}">
                <a16:creationId xmlns:a16="http://schemas.microsoft.com/office/drawing/2014/main" id="{38AA7EDE-0376-4A25-98C8-A4F0D101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10991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3</a:t>
            </a:r>
          </a:p>
        </p:txBody>
      </p:sp>
      <p:sp>
        <p:nvSpPr>
          <p:cNvPr id="57" name="heat-P5-3">
            <a:extLst xmlns:a="http://schemas.openxmlformats.org/drawingml/2006/main">
              <a:ext uri="{FF2B5EF4-FFF2-40B4-BE49-F238E27FC236}">
                <a16:creationId xmlns:a16="http://schemas.microsoft.com/office/drawing/2014/main" id="{94745BC3-B23E-44AA-8AC3-6A224CC2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991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3</a:t>
            </a:r>
          </a:p>
        </p:txBody>
      </p:sp>
      <p:sp>
        <p:nvSpPr>
          <p:cNvPr id="58" name="heat-P5-4">
            <a:extLst xmlns:a="http://schemas.openxmlformats.org/drawingml/2006/main">
              <a:ext uri="{FF2B5EF4-FFF2-40B4-BE49-F238E27FC236}">
                <a16:creationId xmlns:a16="http://schemas.microsoft.com/office/drawing/2014/main" id="{8D338644-607C-47E5-B203-A39976E0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10991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3</a:t>
            </a:r>
          </a:p>
        </p:txBody>
      </p:sp>
      <p:sp>
        <p:nvSpPr>
          <p:cNvPr id="59" name="heat-P5-5">
            <a:extLst xmlns:a="http://schemas.openxmlformats.org/drawingml/2006/main">
              <a:ext uri="{FF2B5EF4-FFF2-40B4-BE49-F238E27FC236}">
                <a16:creationId xmlns:a16="http://schemas.microsoft.com/office/drawing/2014/main" id="{1F6CB64C-2235-4278-A168-7860043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10991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3</a:t>
            </a:r>
          </a:p>
        </p:txBody>
      </p:sp>
      <p:sp>
        <p:nvSpPr>
          <p:cNvPr id="60" name="rank-P5">
            <a:extLst xmlns:a="http://schemas.openxmlformats.org/drawingml/2006/main">
              <a:ext uri="{FF2B5EF4-FFF2-40B4-BE49-F238E27FC236}">
                <a16:creationId xmlns:a16="http://schemas.microsoft.com/office/drawing/2014/main" id="{602EC825-A6EB-4280-B952-E21E2384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081338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#4</a:t>
            </a:r>
          </a:p>
        </p:txBody>
      </p:sp>
      <p:sp>
        <p:nvSpPr>
          <p:cNvPr id="61" name="heat-row-P6">
            <a:extLst xmlns:a="http://schemas.openxmlformats.org/drawingml/2006/main">
              <a:ext uri="{FF2B5EF4-FFF2-40B4-BE49-F238E27FC236}">
                <a16:creationId xmlns:a16="http://schemas.microsoft.com/office/drawing/2014/main" id="{CEBA0B4D-EF13-45BD-85E5-81E4F4F4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43300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62" name="heat-label-P6">
            <a:extLst xmlns:a="http://schemas.openxmlformats.org/drawingml/2006/main">
              <a:ext uri="{FF2B5EF4-FFF2-40B4-BE49-F238E27FC236}">
                <a16:creationId xmlns:a16="http://schemas.microsoft.com/office/drawing/2014/main" id="{7135C988-8EAD-4A47-B670-AF109B88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543300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P6 共享中心</a:t>
            </a:r>
          </a:p>
        </p:txBody>
      </p:sp>
      <p:sp>
        <p:nvSpPr>
          <p:cNvPr id="63" name="heat-P6-1">
            <a:extLst xmlns:a="http://schemas.openxmlformats.org/drawingml/2006/main">
              <a:ext uri="{FF2B5EF4-FFF2-40B4-BE49-F238E27FC236}">
                <a16:creationId xmlns:a16="http://schemas.microsoft.com/office/drawing/2014/main" id="{49AFBC36-ACFE-41A7-B60C-AFE27C5C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7187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4" name="heat-P6-2">
            <a:extLst xmlns:a="http://schemas.openxmlformats.org/drawingml/2006/main">
              <a:ext uri="{FF2B5EF4-FFF2-40B4-BE49-F238E27FC236}">
                <a16:creationId xmlns:a16="http://schemas.microsoft.com/office/drawing/2014/main" id="{878AD999-11C0-4142-80EB-DE9514E9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57187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5" name="heat-P6-3">
            <a:extLst xmlns:a="http://schemas.openxmlformats.org/drawingml/2006/main">
              <a:ext uri="{FF2B5EF4-FFF2-40B4-BE49-F238E27FC236}">
                <a16:creationId xmlns:a16="http://schemas.microsoft.com/office/drawing/2014/main" id="{6CD3294F-F6F4-4131-884A-AFA3FEED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7187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3</a:t>
            </a:r>
          </a:p>
        </p:txBody>
      </p:sp>
      <p:sp>
        <p:nvSpPr>
          <p:cNvPr id="66" name="heat-P6-4">
            <a:extLst xmlns:a="http://schemas.openxmlformats.org/drawingml/2006/main">
              <a:ext uri="{FF2B5EF4-FFF2-40B4-BE49-F238E27FC236}">
                <a16:creationId xmlns:a16="http://schemas.microsoft.com/office/drawing/2014/main" id="{93866AD0-2AA2-4E08-8E60-F340F5D5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57187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7" name="heat-P6-5">
            <a:extLst xmlns:a="http://schemas.openxmlformats.org/drawingml/2006/main">
              <a:ext uri="{FF2B5EF4-FFF2-40B4-BE49-F238E27FC236}">
                <a16:creationId xmlns:a16="http://schemas.microsoft.com/office/drawing/2014/main" id="{F77AFACA-A1F4-4C15-9105-DAE2E213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71875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68" name="rank-P6">
            <a:extLst xmlns:a="http://schemas.openxmlformats.org/drawingml/2006/main">
              <a:ext uri="{FF2B5EF4-FFF2-40B4-BE49-F238E27FC236}">
                <a16:creationId xmlns:a16="http://schemas.microsoft.com/office/drawing/2014/main" id="{92873826-33AD-4FDB-8598-4A6B0536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3543300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#5</a:t>
            </a:r>
          </a:p>
        </p:txBody>
      </p:sp>
      <p:sp>
        <p:nvSpPr>
          <p:cNvPr id="69" name="heat-row-P7">
            <a:extLst xmlns:a="http://schemas.openxmlformats.org/drawingml/2006/main">
              <a:ext uri="{FF2B5EF4-FFF2-40B4-BE49-F238E27FC236}">
                <a16:creationId xmlns:a16="http://schemas.microsoft.com/office/drawing/2014/main" id="{789312BE-8A61-4C54-B894-A8759030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05263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70" name="heat-label-P7">
            <a:extLst xmlns:a="http://schemas.openxmlformats.org/drawingml/2006/main">
              <a:ext uri="{FF2B5EF4-FFF2-40B4-BE49-F238E27FC236}">
                <a16:creationId xmlns:a16="http://schemas.microsoft.com/office/drawing/2014/main" id="{5ECB3BC5-2601-458F-B510-BAD37A3A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005263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P7 文化宣导</a:t>
            </a:r>
          </a:p>
        </p:txBody>
      </p:sp>
      <p:sp>
        <p:nvSpPr>
          <p:cNvPr id="71" name="heat-P7-1">
            <a:extLst xmlns:a="http://schemas.openxmlformats.org/drawingml/2006/main">
              <a:ext uri="{FF2B5EF4-FFF2-40B4-BE49-F238E27FC236}">
                <a16:creationId xmlns:a16="http://schemas.microsoft.com/office/drawing/2014/main" id="{C8FC1E67-CF33-4750-B1A2-0F43C95E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3383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72" name="heat-P7-2">
            <a:extLst xmlns:a="http://schemas.openxmlformats.org/drawingml/2006/main">
              <a:ext uri="{FF2B5EF4-FFF2-40B4-BE49-F238E27FC236}">
                <a16:creationId xmlns:a16="http://schemas.microsoft.com/office/drawing/2014/main" id="{C70CBC64-CC43-46FC-86A9-AD66B06F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03383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73" name="heat-P7-3">
            <a:extLst xmlns:a="http://schemas.openxmlformats.org/drawingml/2006/main">
              <a:ext uri="{FF2B5EF4-FFF2-40B4-BE49-F238E27FC236}">
                <a16:creationId xmlns:a16="http://schemas.microsoft.com/office/drawing/2014/main" id="{4B944BBE-C197-4291-A60F-777EB60C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3383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74" name="heat-P7-4">
            <a:extLst xmlns:a="http://schemas.openxmlformats.org/drawingml/2006/main">
              <a:ext uri="{FF2B5EF4-FFF2-40B4-BE49-F238E27FC236}">
                <a16:creationId xmlns:a16="http://schemas.microsoft.com/office/drawing/2014/main" id="{645C52B1-84A4-4091-8CC3-72F2BD80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3383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</a:t>
            </a:r>
          </a:p>
        </p:txBody>
      </p:sp>
      <p:sp>
        <p:nvSpPr>
          <p:cNvPr id="75" name="heat-P7-5">
            <a:extLst xmlns:a="http://schemas.openxmlformats.org/drawingml/2006/main">
              <a:ext uri="{FF2B5EF4-FFF2-40B4-BE49-F238E27FC236}">
                <a16:creationId xmlns:a16="http://schemas.microsoft.com/office/drawing/2014/main" id="{1DFEFA54-B436-47E5-B92C-CC6963D3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033838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6" name="rank-P7">
            <a:extLst xmlns:a="http://schemas.openxmlformats.org/drawingml/2006/main">
              <a:ext uri="{FF2B5EF4-FFF2-40B4-BE49-F238E27FC236}">
                <a16:creationId xmlns:a16="http://schemas.microsoft.com/office/drawing/2014/main" id="{BEDB3735-B01A-403E-A8FD-21EF5E70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005263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#6</a:t>
            </a:r>
          </a:p>
        </p:txBody>
      </p:sp>
      <p:sp>
        <p:nvSpPr>
          <p:cNvPr id="77" name="heat-row-P4">
            <a:extLst xmlns:a="http://schemas.openxmlformats.org/drawingml/2006/main">
              <a:ext uri="{FF2B5EF4-FFF2-40B4-BE49-F238E27FC236}">
                <a16:creationId xmlns:a16="http://schemas.microsoft.com/office/drawing/2014/main" id="{FBEAE7EB-BCC2-4231-A67E-EF2139A2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78" name="heat-label-P4">
            <a:extLst xmlns:a="http://schemas.openxmlformats.org/drawingml/2006/main">
              <a:ext uri="{FF2B5EF4-FFF2-40B4-BE49-F238E27FC236}">
                <a16:creationId xmlns:a16="http://schemas.microsoft.com/office/drawing/2014/main" id="{68CCE669-8F7A-4343-8F7C-89E95649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67225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P4 数据湖</a:t>
            </a:r>
          </a:p>
        </p:txBody>
      </p:sp>
      <p:sp>
        <p:nvSpPr>
          <p:cNvPr id="79" name="heat-P4-1">
            <a:extLst xmlns:a="http://schemas.openxmlformats.org/drawingml/2006/main">
              <a:ext uri="{FF2B5EF4-FFF2-40B4-BE49-F238E27FC236}">
                <a16:creationId xmlns:a16="http://schemas.microsoft.com/office/drawing/2014/main" id="{85BA2AFE-593B-46AC-919F-F0570B73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9580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0" name="heat-P4-2">
            <a:extLst xmlns:a="http://schemas.openxmlformats.org/drawingml/2006/main">
              <a:ext uri="{FF2B5EF4-FFF2-40B4-BE49-F238E27FC236}">
                <a16:creationId xmlns:a16="http://schemas.microsoft.com/office/drawing/2014/main" id="{AE8FC85C-2681-4D55-91AD-9E6F5F1C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9580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1" name="heat-P4-3">
            <a:extLst xmlns:a="http://schemas.openxmlformats.org/drawingml/2006/main">
              <a:ext uri="{FF2B5EF4-FFF2-40B4-BE49-F238E27FC236}">
                <a16:creationId xmlns:a16="http://schemas.microsoft.com/office/drawing/2014/main" id="{35D42EDA-B3A3-4D87-A2B6-2ABB649A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9580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2" name="heat-P4-4">
            <a:extLst xmlns:a="http://schemas.openxmlformats.org/drawingml/2006/main">
              <a:ext uri="{FF2B5EF4-FFF2-40B4-BE49-F238E27FC236}">
                <a16:creationId xmlns:a16="http://schemas.microsoft.com/office/drawing/2014/main" id="{D83E053D-B5F5-45AD-A2B1-7E3883AC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9580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3" name="heat-P4-5">
            <a:extLst xmlns:a="http://schemas.openxmlformats.org/drawingml/2006/main">
              <a:ext uri="{FF2B5EF4-FFF2-40B4-BE49-F238E27FC236}">
                <a16:creationId xmlns:a16="http://schemas.microsoft.com/office/drawing/2014/main" id="{FE27E1DA-1A1C-446A-A80A-951AB30F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495800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</a:t>
            </a:r>
          </a:p>
        </p:txBody>
      </p:sp>
      <p:sp>
        <p:nvSpPr>
          <p:cNvPr id="84" name="rank-P4">
            <a:extLst xmlns:a="http://schemas.openxmlformats.org/drawingml/2006/main">
              <a:ext uri="{FF2B5EF4-FFF2-40B4-BE49-F238E27FC236}">
                <a16:creationId xmlns:a16="http://schemas.microsoft.com/office/drawing/2014/main" id="{99B4DF07-B340-4F1C-ABA9-41EB58E5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467225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#7</a:t>
            </a:r>
          </a:p>
        </p:txBody>
      </p:sp>
      <p:sp>
        <p:nvSpPr>
          <p:cNvPr id="85" name="heat-row-P8">
            <a:extLst xmlns:a="http://schemas.openxmlformats.org/drawingml/2006/main">
              <a:ext uri="{FF2B5EF4-FFF2-40B4-BE49-F238E27FC236}">
                <a16:creationId xmlns:a16="http://schemas.microsoft.com/office/drawing/2014/main" id="{0CC54C53-4C3A-4FF7-9B58-A54EBF11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29188"/>
            <a:ext cx="4457700" cy="4619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5715">
            <a:solidFill>
              <a:srgbClr val="D7DEE8"/>
            </a:solidFill>
            <a:prstDash val="solid"/>
          </a:ln>
        </p:spPr>
      </p:sp>
      <p:sp>
        <p:nvSpPr>
          <p:cNvPr id="86" name="heat-label-P8">
            <a:extLst xmlns:a="http://schemas.openxmlformats.org/drawingml/2006/main">
              <a:ext uri="{FF2B5EF4-FFF2-40B4-BE49-F238E27FC236}">
                <a16:creationId xmlns:a16="http://schemas.microsoft.com/office/drawing/2014/main" id="{458D4326-5CCF-4682-8DF5-B842CDE3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929188"/>
            <a:ext cx="93345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P8 全面自建</a:t>
            </a:r>
          </a:p>
        </p:txBody>
      </p:sp>
      <p:sp>
        <p:nvSpPr>
          <p:cNvPr id="87" name="heat-P8-1">
            <a:extLst xmlns:a="http://schemas.openxmlformats.org/drawingml/2006/main">
              <a:ext uri="{FF2B5EF4-FFF2-40B4-BE49-F238E27FC236}">
                <a16:creationId xmlns:a16="http://schemas.microsoft.com/office/drawing/2014/main" id="{DA6ED8F7-9494-470D-9327-8333F3A1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5776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2</a:t>
            </a:r>
          </a:p>
        </p:txBody>
      </p:sp>
      <p:sp>
        <p:nvSpPr>
          <p:cNvPr id="88" name="heat-P8-2">
            <a:extLst xmlns:a="http://schemas.openxmlformats.org/drawingml/2006/main">
              <a:ext uri="{FF2B5EF4-FFF2-40B4-BE49-F238E27FC236}">
                <a16:creationId xmlns:a16="http://schemas.microsoft.com/office/drawing/2014/main" id="{D536BD3F-4F21-4943-A0BE-0CAFA719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95776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9" name="heat-P8-3">
            <a:extLst xmlns:a="http://schemas.openxmlformats.org/drawingml/2006/main">
              <a:ext uri="{FF2B5EF4-FFF2-40B4-BE49-F238E27FC236}">
                <a16:creationId xmlns:a16="http://schemas.microsoft.com/office/drawing/2014/main" id="{7BFBEE6D-F9EC-47E6-8E10-CF2CA83F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5776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0" name="heat-P8-4">
            <a:extLst xmlns:a="http://schemas.openxmlformats.org/drawingml/2006/main">
              <a:ext uri="{FF2B5EF4-FFF2-40B4-BE49-F238E27FC236}">
                <a16:creationId xmlns:a16="http://schemas.microsoft.com/office/drawing/2014/main" id="{EA1BC736-F7A8-4CA0-8897-989E6D03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95776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1" name="heat-P8-5">
            <a:extLst xmlns:a="http://schemas.openxmlformats.org/drawingml/2006/main">
              <a:ext uri="{FF2B5EF4-FFF2-40B4-BE49-F238E27FC236}">
                <a16:creationId xmlns:a16="http://schemas.microsoft.com/office/drawing/2014/main" id="{95023DF3-D756-46DD-A771-26C68432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957763"/>
            <a:ext cx="400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</a:t>
            </a:r>
          </a:p>
        </p:txBody>
      </p:sp>
      <p:sp>
        <p:nvSpPr>
          <p:cNvPr id="92" name="rank-P8">
            <a:extLst xmlns:a="http://schemas.openxmlformats.org/drawingml/2006/main">
              <a:ext uri="{FF2B5EF4-FFF2-40B4-BE49-F238E27FC236}">
                <a16:creationId xmlns:a16="http://schemas.microsoft.com/office/drawing/2014/main" id="{BD957CCE-2DE9-43FB-8456-FFA725C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929188"/>
            <a:ext cx="685800" cy="461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暂缓</a:t>
            </a:r>
          </a:p>
        </p:txBody>
      </p:sp>
      <p:sp>
        <p:nvSpPr>
          <p:cNvPr id="93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0138CA4A-E533-45A6-9FD5-10EC6FE7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53100"/>
            <a:ext cx="11163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Q3 启动清单：P1、P2、P3</a:t>
            </a:r>
          </a:p>
        </p:txBody>
      </p:sp>
    </p:spTree>
    <p:extLst>
      <p:ext uri="{BB962C8B-B14F-4D97-AF65-F5344CB8AC3E}">
        <p14:creationId xmlns:p14="http://schemas.microsoft.com/office/powerpoint/2010/main" val="6828355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2026-07-31T20:15:08.2330000Z</dcterms:created>
  <dcterms:modified xsi:type="dcterms:W3CDTF">2026-07-31T20:15:08.2330000Z</dcterms:modified>
</coreProperties>
</file>