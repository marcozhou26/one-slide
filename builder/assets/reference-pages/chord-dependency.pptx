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5bcf40b2da4571" /><Relationship Type="http://schemas.openxmlformats.org/officeDocument/2006/relationships/extended-properties" Target="/docProps/app.xml" Id="R3dad9c31a3514bf5" /><Relationship Type="http://schemas.openxmlformats.org/officeDocument/2006/relationships/officeDocument" Target="/ppt/presentation.xml" Id="R61f35e9844c34e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2df4b923f34e94"/>
  </p:sldMasterIdLst>
  <p:notesMasterIdLst>
    <p:notesMasterId xmlns:r="http://schemas.openxmlformats.org/officeDocument/2006/relationships" r:id="R54a2d2b8601d43ad"/>
  </p:notesMasterIdLst>
  <p:sldIdLst>
    <p:sldId xmlns:r="http://schemas.openxmlformats.org/officeDocument/2006/relationships" id="256" r:id="R4cfb8f8b79664f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19555f2e9e4020" /><Relationship Type="http://schemas.openxmlformats.org/officeDocument/2006/relationships/slideMaster" Target="/ppt/slideMasters/slideMaster1.xml" Id="R9d2df4b923f34e94" /><Relationship Type="http://schemas.openxmlformats.org/officeDocument/2006/relationships/notesMaster" Target="/ppt/notesMasters/notesMaster1.xml" Id="R54a2d2b8601d43ad" /><Relationship Type="http://schemas.openxmlformats.org/officeDocument/2006/relationships/presProps" Target="/ppt/presProps.xml" Id="R4921d9bcdeb44102" /><Relationship Type="http://schemas.openxmlformats.org/officeDocument/2006/relationships/tableStyles" Target="/ppt/tableStyles.xml" Id="Re4e3eee81bf74bc1" /><Relationship Type="http://schemas.openxmlformats.org/officeDocument/2006/relationships/slide" Target="/ppt/slides/slide1.xml" Id="R4cfb8f8b79664f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d10dc447ba4f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89ded8a8aa476e" /><Relationship Type="http://schemas.openxmlformats.org/officeDocument/2006/relationships/notesMaster" Target="/ppt/notesMasters/notesMaster1.xml" Id="R05b7a29b29b644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6ac341e5647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eb3fb52fd346b6" /><Relationship Type="http://schemas.openxmlformats.org/officeDocument/2006/relationships/slideLayout" Target="/ppt/slideLayouts/slideLayout1.xml" Id="R3376bc1657c642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76bc1657c642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ebf3f25644385" /><Relationship Type="http://schemas.openxmlformats.org/officeDocument/2006/relationships/notesSlide" Target="/ppt/notesSlides/notesSlide1.xml" Id="R4230d8f6c5b849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ge-title">
            <a:extLst xmlns:a="http://schemas.openxmlformats.org/drawingml/2006/main">
              <a:ext uri="{FF2B5EF4-FFF2-40B4-BE49-F238E27FC236}">
                <a16:creationId xmlns:a16="http://schemas.microsoft.com/office/drawing/2014/main" id="{0A0B0AE5-442B-490D-B4F4-747BD726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八个部门 62% 的协作集中在三条链路，其中两条缺少正式接口人</a:t>
            </a:r>
          </a:p>
        </p:txBody>
      </p:sp>
      <p:sp>
        <p:nvSpPr>
          <p:cNvPr id="2" name="chord-frame">
            <a:extLst xmlns:a="http://schemas.openxmlformats.org/drawingml/2006/main">
              <a:ext uri="{FF2B5EF4-FFF2-40B4-BE49-F238E27FC236}">
                <a16:creationId xmlns:a16="http://schemas.microsoft.com/office/drawing/2014/main" id="{9770B136-944A-4E0C-B458-AB553623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80962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chord-node-legend">
            <a:extLst xmlns:a="http://schemas.openxmlformats.org/drawingml/2006/main">
              <a:ext uri="{FF2B5EF4-FFF2-40B4-BE49-F238E27FC236}">
                <a16:creationId xmlns:a16="http://schemas.microsoft.com/office/drawing/2014/main" id="{4AC9F6F3-A1BA-4422-8F48-8298F366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节点外：总量｜净流（＋入／－出）</a:t>
            </a:r>
          </a:p>
        </p:txBody>
      </p:sp>
      <p:sp>
        <p:nvSpPr>
          <p:cNvPr id="4" name="chord-node-n1">
            <a:extLst xmlns:a="http://schemas.openxmlformats.org/drawingml/2006/main">
              <a:ext uri="{FF2B5EF4-FFF2-40B4-BE49-F238E27FC236}">
                <a16:creationId xmlns:a16="http://schemas.microsoft.com/office/drawing/2014/main" id="{E49D279D-6B4E-4B23-92A4-ACFC03FA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57350"/>
            <a:ext cx="8001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销售</a:t>
            </a:r>
          </a:p>
        </p:txBody>
      </p:sp>
      <p:sp>
        <p:nvSpPr>
          <p:cNvPr id="5" name="chord-node-metric-n1">
            <a:extLst xmlns:a="http://schemas.openxmlformats.org/drawingml/2006/main">
              <a:ext uri="{FF2B5EF4-FFF2-40B4-BE49-F238E27FC236}">
                <a16:creationId xmlns:a16="http://schemas.microsoft.com/office/drawing/2014/main" id="{753D18FC-3108-4F3B-8F71-010ACD07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3620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186｜−80</a:t>
            </a:r>
          </a:p>
        </p:txBody>
      </p:sp>
      <p:sp>
        <p:nvSpPr>
          <p:cNvPr id="6" name="chord-node-n2">
            <a:extLst xmlns:a="http://schemas.openxmlformats.org/drawingml/2006/main">
              <a:ext uri="{FF2B5EF4-FFF2-40B4-BE49-F238E27FC236}">
                <a16:creationId xmlns:a16="http://schemas.microsoft.com/office/drawing/2014/main" id="{6F615EF5-98FA-4E23-B4BB-222ECAE8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467" y="2120458"/>
            <a:ext cx="8001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交付</a:t>
            </a:r>
          </a:p>
        </p:txBody>
      </p:sp>
      <p:sp>
        <p:nvSpPr>
          <p:cNvPr id="7" name="chord-node-metric-n2">
            <a:extLst xmlns:a="http://schemas.openxmlformats.org/drawingml/2006/main">
              <a:ext uri="{FF2B5EF4-FFF2-40B4-BE49-F238E27FC236}">
                <a16:creationId xmlns:a16="http://schemas.microsoft.com/office/drawing/2014/main" id="{CBA01242-6D8C-42FD-AEDF-1114AEE3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717" y="2244283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173｜−26</a:t>
            </a:r>
          </a:p>
        </p:txBody>
      </p:sp>
      <p:sp>
        <p:nvSpPr>
          <p:cNvPr id="8" name="chord-node-n3">
            <a:extLst xmlns:a="http://schemas.openxmlformats.org/drawingml/2006/main">
              <a:ext uri="{FF2B5EF4-FFF2-40B4-BE49-F238E27FC236}">
                <a16:creationId xmlns:a16="http://schemas.microsoft.com/office/drawing/2014/main" id="{57344E69-3068-4B15-A73D-CDC105C6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38500"/>
            <a:ext cx="8001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产品</a:t>
            </a:r>
          </a:p>
        </p:txBody>
      </p:sp>
      <p:sp>
        <p:nvSpPr>
          <p:cNvPr id="9" name="chord-node-metric-n3">
            <a:extLst xmlns:a="http://schemas.openxmlformats.org/drawingml/2006/main">
              <a:ext uri="{FF2B5EF4-FFF2-40B4-BE49-F238E27FC236}">
                <a16:creationId xmlns:a16="http://schemas.microsoft.com/office/drawing/2014/main" id="{28389147-A09A-4146-854E-2AA8F2FE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623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152｜+56</a:t>
            </a:r>
          </a:p>
        </p:txBody>
      </p:sp>
      <p:sp>
        <p:nvSpPr>
          <p:cNvPr id="10" name="chord-node-n4">
            <a:extLst xmlns:a="http://schemas.openxmlformats.org/drawingml/2006/main">
              <a:ext uri="{FF2B5EF4-FFF2-40B4-BE49-F238E27FC236}">
                <a16:creationId xmlns:a16="http://schemas.microsoft.com/office/drawing/2014/main" id="{35143C0D-79E8-434E-A4EE-DE5F04AB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467" y="4356542"/>
            <a:ext cx="8001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研发</a:t>
            </a:r>
          </a:p>
        </p:txBody>
      </p:sp>
      <p:sp>
        <p:nvSpPr>
          <p:cNvPr id="11" name="chord-node-metric-n4">
            <a:extLst xmlns:a="http://schemas.openxmlformats.org/drawingml/2006/main">
              <a:ext uri="{FF2B5EF4-FFF2-40B4-BE49-F238E27FC236}">
                <a16:creationId xmlns:a16="http://schemas.microsoft.com/office/drawing/2014/main" id="{18671126-B154-464D-A071-7A071F3C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717" y="4480367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146｜+18</a:t>
            </a:r>
          </a:p>
        </p:txBody>
      </p:sp>
      <p:sp>
        <p:nvSpPr>
          <p:cNvPr id="12" name="chord-node-n5">
            <a:extLst xmlns:a="http://schemas.openxmlformats.org/drawingml/2006/main">
              <a:ext uri="{FF2B5EF4-FFF2-40B4-BE49-F238E27FC236}">
                <a16:creationId xmlns:a16="http://schemas.microsoft.com/office/drawing/2014/main" id="{6C707108-F781-49AF-A05F-ADEA4BBF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819650"/>
            <a:ext cx="8001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财务</a:t>
            </a:r>
          </a:p>
        </p:txBody>
      </p:sp>
      <p:sp>
        <p:nvSpPr>
          <p:cNvPr id="13" name="chord-node-metric-n5">
            <a:extLst xmlns:a="http://schemas.openxmlformats.org/drawingml/2006/main">
              <a:ext uri="{FF2B5EF4-FFF2-40B4-BE49-F238E27FC236}">
                <a16:creationId xmlns:a16="http://schemas.microsoft.com/office/drawing/2014/main" id="{FDC0CD37-B0D4-4A2E-B250-71A34E4A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3244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82｜+10</a:t>
            </a:r>
          </a:p>
        </p:txBody>
      </p:sp>
      <p:sp>
        <p:nvSpPr>
          <p:cNvPr id="14" name="chord-node-n6">
            <a:extLst xmlns:a="http://schemas.openxmlformats.org/drawingml/2006/main">
              <a:ext uri="{FF2B5EF4-FFF2-40B4-BE49-F238E27FC236}">
                <a16:creationId xmlns:a16="http://schemas.microsoft.com/office/drawing/2014/main" id="{B67568D5-C302-4D09-8FEF-921F27DB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383" y="4356542"/>
            <a:ext cx="8001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法务</a:t>
            </a:r>
          </a:p>
        </p:txBody>
      </p:sp>
      <p:sp>
        <p:nvSpPr>
          <p:cNvPr id="15" name="chord-node-metric-n6">
            <a:extLst xmlns:a="http://schemas.openxmlformats.org/drawingml/2006/main">
              <a:ext uri="{FF2B5EF4-FFF2-40B4-BE49-F238E27FC236}">
                <a16:creationId xmlns:a16="http://schemas.microsoft.com/office/drawing/2014/main" id="{6DC20DB7-CC20-4BBB-921C-510C24C1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733" y="4480367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65｜+8</a:t>
            </a:r>
          </a:p>
        </p:txBody>
      </p:sp>
      <p:sp>
        <p:nvSpPr>
          <p:cNvPr id="16" name="chord-node-n7">
            <a:extLst xmlns:a="http://schemas.openxmlformats.org/drawingml/2006/main">
              <a:ext uri="{FF2B5EF4-FFF2-40B4-BE49-F238E27FC236}">
                <a16:creationId xmlns:a16="http://schemas.microsoft.com/office/drawing/2014/main" id="{DE7CE702-2FCE-40E5-88F3-46AC4D6D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38500"/>
            <a:ext cx="8001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人力</a:t>
            </a:r>
          </a:p>
        </p:txBody>
      </p:sp>
      <p:sp>
        <p:nvSpPr>
          <p:cNvPr id="17" name="chord-node-metric-n7">
            <a:extLst xmlns:a="http://schemas.openxmlformats.org/drawingml/2006/main">
              <a:ext uri="{FF2B5EF4-FFF2-40B4-BE49-F238E27FC236}">
                <a16:creationId xmlns:a16="http://schemas.microsoft.com/office/drawing/2014/main" id="{B9251159-6918-4C9C-A799-808903FF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623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58｜−14</a:t>
            </a:r>
          </a:p>
        </p:txBody>
      </p:sp>
      <p:sp>
        <p:nvSpPr>
          <p:cNvPr id="18" name="chord-node-n8">
            <a:extLst xmlns:a="http://schemas.openxmlformats.org/drawingml/2006/main">
              <a:ext uri="{FF2B5EF4-FFF2-40B4-BE49-F238E27FC236}">
                <a16:creationId xmlns:a16="http://schemas.microsoft.com/office/drawing/2014/main" id="{53CC4BE9-5414-4CFA-B01C-2549A0EA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383" y="2120458"/>
            <a:ext cx="8001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采购</a:t>
            </a:r>
          </a:p>
        </p:txBody>
      </p:sp>
      <p:sp>
        <p:nvSpPr>
          <p:cNvPr id="19" name="chord-node-metric-n8">
            <a:extLst xmlns:a="http://schemas.openxmlformats.org/drawingml/2006/main">
              <a:ext uri="{FF2B5EF4-FFF2-40B4-BE49-F238E27FC236}">
                <a16:creationId xmlns:a16="http://schemas.microsoft.com/office/drawing/2014/main" id="{4CE3DCC5-E19A-43F5-A4E3-AFCDD9FB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733" y="2244283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51｜+28</a:t>
            </a:r>
          </a:p>
        </p:txBody>
      </p:sp>
      <p:sp>
        <p:nvSpPr>
          <p:cNvPr id="32" name="关键洞察-rail">
            <a:extLst xmlns:a="http://schemas.openxmlformats.org/drawingml/2006/main">
              <a:ext uri="{FF2B5EF4-FFF2-40B4-BE49-F238E27FC236}">
                <a16:creationId xmlns:a16="http://schemas.microsoft.com/office/drawing/2014/main" id="{08A5C170-8C6D-42B9-B17B-C7E3BB3E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00150"/>
            <a:ext cx="2781300" cy="44386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3" name="关键洞察-title">
            <a:extLst xmlns:a="http://schemas.openxmlformats.org/drawingml/2006/main">
              <a:ext uri="{FF2B5EF4-FFF2-40B4-BE49-F238E27FC236}">
                <a16:creationId xmlns:a16="http://schemas.microsoft.com/office/drawing/2014/main" id="{7DDFA1AF-54A0-4191-86E0-05326B52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3335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关键洞察</a:t>
            </a:r>
          </a:p>
        </p:txBody>
      </p:sp>
      <p:sp>
        <p:nvSpPr>
          <p:cNvPr id="34" name="关键洞察-1">
            <a:extLst xmlns:a="http://schemas.openxmlformats.org/drawingml/2006/main">
              <a:ext uri="{FF2B5EF4-FFF2-40B4-BE49-F238E27FC236}">
                <a16:creationId xmlns:a16="http://schemas.microsoft.com/office/drawing/2014/main" id="{219FC2DD-F179-4A6E-BBB4-2BDD4D24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销售→交付为最高频链路：92 次/月</a:t>
            </a:r>
          </a:p>
        </p:txBody>
      </p:sp>
      <p:sp>
        <p:nvSpPr>
          <p:cNvPr id="35" name="关键洞察-2">
            <a:extLst xmlns:a="http://schemas.openxmlformats.org/drawingml/2006/main">
              <a:ext uri="{FF2B5EF4-FFF2-40B4-BE49-F238E27FC236}">
                <a16:creationId xmlns:a16="http://schemas.microsoft.com/office/drawing/2014/main" id="{E36071C7-E740-4B61-8F7C-8A15725F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337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产品→研发单向流量是反向的 2.1 倍</a:t>
            </a:r>
          </a:p>
        </p:txBody>
      </p:sp>
      <p:sp>
        <p:nvSpPr>
          <p:cNvPr id="36" name="关键洞察-3">
            <a:extLst xmlns:a="http://schemas.openxmlformats.org/drawingml/2006/main">
              <a:ext uri="{FF2B5EF4-FFF2-40B4-BE49-F238E27FC236}">
                <a16:creationId xmlns:a16="http://schemas.microsoft.com/office/drawing/2014/main" id="{68E78F7A-8829-442F-B391-4276DB06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法务与人力处于协作网络边缘</a:t>
            </a:r>
          </a:p>
        </p:txBody>
      </p:sp>
      <p:sp>
        <p:nvSpPr>
          <p:cNvPr id="40" name="bottom">
            <a:extLst xmlns:a="http://schemas.openxmlformats.org/drawingml/2006/main">
              <a:ext uri="{FF2B5EF4-FFF2-40B4-BE49-F238E27FC236}">
                <a16:creationId xmlns:a16="http://schemas.microsoft.com/office/drawing/2014/main" id="{3ECC200C-15D9-4880-9AB9-697EF666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63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设立 2 个跨部门接口岗，目标减少 25% 沟通往返</a:t>
            </a:r>
          </a:p>
        </p:txBody>
      </p:sp>
      <p:cxnSp>
        <p:nvCxnSpPr>
          <p:cNvPr id="66" name=""/>
          <p:cNvCxnSpPr>
            <a:stCxn xmlns:a="http://schemas.openxmlformats.org/drawingml/2006/main" id="14" idx="7"/>
            <a:endCxn xmlns:a="http://schemas.openxmlformats.org/drawingml/2006/main" id="6" idx="3"/>
          </p:cNvCxnSpPr>
          <p:nvPr/>
        </p:nvCxnSpPr>
        <p:spPr>
          <a:xfrm xmlns:a="http://schemas.openxmlformats.org/drawingml/2006/main" rot="5400000">
            <a:off x="3612813" y="2641461"/>
            <a:ext cx="1899324" cy="1670328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rgbClr val="AEB8C6"/>
            </a:solidFill>
            <a:prstDash val="solid"/>
            <a:tailEnd type="triangle" w="med" len="med"/>
          </a:ln>
        </p:spPr>
      </p:cxnSp>
      <p:cxnSp>
        <p:nvCxnSpPr>
          <p:cNvPr id="67" name=""/>
          <p:cNvCxnSpPr>
            <a:stCxn xmlns:a="http://schemas.openxmlformats.org/drawingml/2006/main" id="12" idx="1"/>
            <a:endCxn xmlns:a="http://schemas.openxmlformats.org/drawingml/2006/main" id="18" idx="5"/>
          </p:cNvCxnSpPr>
          <p:nvPr/>
        </p:nvCxnSpPr>
        <p:spPr>
          <a:xfrm xmlns:a="http://schemas.openxmlformats.org/drawingml/2006/main" rot="16200000" flipH="1">
            <a:off x="2822238" y="3432036"/>
            <a:ext cx="2362432" cy="55228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939">
            <a:solidFill>
              <a:srgbClr val="AEB8C6"/>
            </a:solidFill>
            <a:prstDash val="solid"/>
            <a:tailEnd type="triangle" w="med" len="med"/>
          </a:ln>
        </p:spPr>
      </p:cxnSp>
      <p:cxnSp>
        <p:nvCxnSpPr>
          <p:cNvPr id="68" name=""/>
          <p:cNvCxnSpPr>
            <a:stCxn xmlns:a="http://schemas.openxmlformats.org/drawingml/2006/main" id="16" idx="7"/>
            <a:endCxn xmlns:a="http://schemas.openxmlformats.org/drawingml/2006/main" id="4" idx="3"/>
          </p:cNvCxnSpPr>
          <p:nvPr/>
        </p:nvCxnSpPr>
        <p:spPr>
          <a:xfrm xmlns:a="http://schemas.openxmlformats.org/drawingml/2006/main" rot="5400000">
            <a:off x="3149705" y="2178353"/>
            <a:ext cx="1244390" cy="1015394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1596">
            <a:solidFill>
              <a:srgbClr val="AEB8C6"/>
            </a:solidFill>
            <a:prstDash val="solid"/>
            <a:tailEnd type="triangle" w="med" len="med"/>
          </a:ln>
        </p:spPr>
      </p:cxnSp>
      <p:cxnSp>
        <p:nvCxnSpPr>
          <p:cNvPr id="69" name=""/>
          <p:cNvCxnSpPr>
            <a:stCxn xmlns:a="http://schemas.openxmlformats.org/drawingml/2006/main" id="10" idx="1"/>
            <a:endCxn xmlns:a="http://schemas.openxmlformats.org/drawingml/2006/main" id="18" idx="5"/>
          </p:cNvCxnSpPr>
          <p:nvPr/>
        </p:nvCxnSpPr>
        <p:spPr>
          <a:xfrm xmlns:a="http://schemas.openxmlformats.org/drawingml/2006/main" rot="16200000" flipH="1">
            <a:off x="3612813" y="2641461"/>
            <a:ext cx="1899324" cy="1670328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3252">
            <a:solidFill>
              <a:srgbClr val="AEB8C6"/>
            </a:solidFill>
            <a:prstDash val="solid"/>
            <a:tailEnd type="triangle" w="med" len="med"/>
          </a:ln>
        </p:spPr>
      </p:cxnSp>
      <p:cxnSp>
        <p:nvCxnSpPr>
          <p:cNvPr id="70" name=""/>
          <p:cNvCxnSpPr>
            <a:stCxn xmlns:a="http://schemas.openxmlformats.org/drawingml/2006/main" id="8" idx="3"/>
            <a:endCxn xmlns:a="http://schemas.openxmlformats.org/drawingml/2006/main" id="14" idx="7"/>
          </p:cNvCxnSpPr>
          <p:nvPr/>
        </p:nvCxnSpPr>
        <p:spPr>
          <a:xfrm xmlns:a="http://schemas.openxmlformats.org/drawingml/2006/main" rot="5400000">
            <a:off x="4403388" y="2968928"/>
            <a:ext cx="781282" cy="213343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4909">
            <a:solidFill>
              <a:srgbClr val="AEB8C6"/>
            </a:solidFill>
            <a:prstDash val="solid"/>
            <a:tailEnd type="triangle" w="med" len="med"/>
          </a:ln>
        </p:spPr>
      </p:cxnSp>
      <p:cxnSp>
        <p:nvCxnSpPr>
          <p:cNvPr id="71" name=""/>
          <p:cNvCxnSpPr>
            <a:stCxn xmlns:a="http://schemas.openxmlformats.org/drawingml/2006/main" id="6" idx="3"/>
            <a:endCxn xmlns:a="http://schemas.openxmlformats.org/drawingml/2006/main" id="12" idx="7"/>
          </p:cNvCxnSpPr>
          <p:nvPr/>
        </p:nvCxnSpPr>
        <p:spPr>
          <a:xfrm xmlns:a="http://schemas.openxmlformats.org/drawingml/2006/main" rot="5400000">
            <a:off x="3940280" y="3432036"/>
            <a:ext cx="2362432" cy="55228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222">
            <a:solidFill>
              <a:srgbClr val="AEB8C6"/>
            </a:solidFill>
            <a:prstDash val="solid"/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6" idx="1"/>
            <a:endCxn xmlns:a="http://schemas.openxmlformats.org/drawingml/2006/main" id="4" idx="5"/>
          </p:cNvCxnSpPr>
          <p:nvPr/>
        </p:nvCxnSpPr>
        <p:spPr>
          <a:xfrm xmlns:a="http://schemas.openxmlformats.org/drawingml/2006/main" rot="16200000" flipH="1">
            <a:off x="5058322" y="1850886"/>
            <a:ext cx="126348" cy="55228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3191">
            <a:solidFill>
              <a:srgbClr val="AEB8C6"/>
            </a:solidFill>
            <a:prstDash val="solid"/>
            <a:tailEnd type="triangle" w="med" len="med"/>
          </a:ln>
        </p:spPr>
      </p:cxnSp>
      <p:cxnSp>
        <p:nvCxnSpPr>
          <p:cNvPr id="73" name=""/>
          <p:cNvCxnSpPr>
            <a:stCxn xmlns:a="http://schemas.openxmlformats.org/drawingml/2006/main" id="4" idx="5"/>
            <a:endCxn xmlns:a="http://schemas.openxmlformats.org/drawingml/2006/main" id="8" idx="1"/>
          </p:cNvCxnSpPr>
          <p:nvPr/>
        </p:nvCxnSpPr>
        <p:spPr>
          <a:xfrm xmlns:a="http://schemas.openxmlformats.org/drawingml/2006/main" rot="16200000" flipH="1">
            <a:off x="4730855" y="2178353"/>
            <a:ext cx="1244390" cy="1015394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848">
            <a:solidFill>
              <a:srgbClr val="AEB8C6"/>
            </a:solidFill>
            <a:prstDash val="solid"/>
            <a:tailEnd type="triangle" w="med" len="med"/>
          </a:ln>
        </p:spPr>
      </p:cxnSp>
      <p:cxnSp>
        <p:nvCxnSpPr>
          <p:cNvPr id="74" name=""/>
          <p:cNvCxnSpPr>
            <a:stCxn xmlns:a="http://schemas.openxmlformats.org/drawingml/2006/main" id="10" idx="7"/>
            <a:endCxn xmlns:a="http://schemas.openxmlformats.org/drawingml/2006/main" id="8" idx="3"/>
          </p:cNvCxnSpPr>
          <p:nvPr/>
        </p:nvCxnSpPr>
        <p:spPr>
          <a:xfrm xmlns:a="http://schemas.openxmlformats.org/drawingml/2006/main" rot="16200000" flipH="1">
            <a:off x="5521430" y="3984322"/>
            <a:ext cx="781282" cy="102648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6504">
            <a:solidFill>
              <a:srgbClr val="AEB8C6"/>
            </a:solidFill>
            <a:prstDash val="solid"/>
            <a:tailEnd type="triangle" w="med" len="med"/>
          </a:ln>
        </p:spPr>
      </p:cxnSp>
      <p:cxnSp>
        <p:nvCxnSpPr>
          <p:cNvPr id="75" name=""/>
          <p:cNvCxnSpPr>
            <a:stCxn xmlns:a="http://schemas.openxmlformats.org/drawingml/2006/main" id="8" idx="3"/>
            <a:endCxn xmlns:a="http://schemas.openxmlformats.org/drawingml/2006/main" id="10" idx="7"/>
          </p:cNvCxnSpPr>
          <p:nvPr/>
        </p:nvCxnSpPr>
        <p:spPr>
          <a:xfrm xmlns:a="http://schemas.openxmlformats.org/drawingml/2006/main" rot="16200000" flipH="1">
            <a:off x="5521430" y="3984322"/>
            <a:ext cx="781282" cy="102648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54665">
            <a:solidFill>
              <a:srgbClr val="E8872D"/>
            </a:solidFill>
            <a:prstDash val="solid"/>
            <a:tailEnd type="triangle" w="med" len="med"/>
          </a:ln>
        </p:spPr>
      </p:cxnSp>
      <p:cxnSp>
        <p:nvCxnSpPr>
          <p:cNvPr id="76" name=""/>
          <p:cNvCxnSpPr>
            <a:stCxn xmlns:a="http://schemas.openxmlformats.org/drawingml/2006/main" id="6" idx="5"/>
            <a:endCxn xmlns:a="http://schemas.openxmlformats.org/drawingml/2006/main" id="8" idx="1"/>
          </p:cNvCxnSpPr>
          <p:nvPr/>
        </p:nvCxnSpPr>
        <p:spPr>
          <a:xfrm xmlns:a="http://schemas.openxmlformats.org/drawingml/2006/main" rot="5400000">
            <a:off x="5521430" y="2866280"/>
            <a:ext cx="781282" cy="102648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64604">
            <a:solidFill>
              <a:srgbClr val="E8872D"/>
            </a:solidFill>
            <a:prstDash val="solid"/>
            <a:tailEnd type="triangle" w="med" len="med"/>
          </a:ln>
        </p:spPr>
      </p:cxnSp>
      <p:cxnSp>
        <p:nvCxnSpPr>
          <p:cNvPr id="77" name=""/>
          <p:cNvCxnSpPr>
            <a:stCxn xmlns:a="http://schemas.openxmlformats.org/drawingml/2006/main" id="4" idx="5"/>
            <a:endCxn xmlns:a="http://schemas.openxmlformats.org/drawingml/2006/main" id="6" idx="1"/>
          </p:cNvCxnSpPr>
          <p:nvPr/>
        </p:nvCxnSpPr>
        <p:spPr>
          <a:xfrm xmlns:a="http://schemas.openxmlformats.org/drawingml/2006/main" rot="16200000" flipH="1">
            <a:off x="5058322" y="1850886"/>
            <a:ext cx="126348" cy="55228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76200">
            <a:solidFill>
              <a:srgbClr val="E8872D"/>
            </a:solidFill>
            <a:prstDash val="solid"/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4" idx="6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4962525" y="1895475"/>
            <a:ext cx="4086225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7620">
            <a:solidFill>
              <a:srgbClr val="AEB8C6"/>
            </a:solidFill>
            <a:prstDash val="solid"/>
          </a:ln>
        </p:spPr>
      </p:cxnSp>
      <p:cxnSp>
        <p:nvCxnSpPr>
          <p:cNvPr id="79" name=""/>
          <p:cNvCxnSpPr>
            <a:stCxn xmlns:a="http://schemas.openxmlformats.org/drawingml/2006/main" id="8" idx="6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V="1">
            <a:off x="6543675" y="3390900"/>
            <a:ext cx="2505075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7620">
            <a:solidFill>
              <a:srgbClr val="AEB8C6"/>
            </a:solidFill>
            <a:prstDash val="solid"/>
          </a:ln>
        </p:spPr>
      </p:cxnSp>
      <p:cxnSp>
        <p:nvCxnSpPr>
          <p:cNvPr id="80" name=""/>
          <p:cNvCxnSpPr>
            <a:stCxn xmlns:a="http://schemas.openxmlformats.org/drawingml/2006/main" id="14" idx="6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3844483" y="4552950"/>
            <a:ext cx="5204267" cy="417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7620">
            <a:solidFill>
              <a:srgbClr val="AEB8C6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46843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2026-07-31T20:58:00.9080000Z</dcterms:created>
  <dcterms:modified xsi:type="dcterms:W3CDTF">2026-07-31T20:58:00.9080000Z</dcterms:modified>
</coreProperties>
</file>