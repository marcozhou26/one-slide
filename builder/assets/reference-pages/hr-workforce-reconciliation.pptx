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12542061a643f9" /><Relationship Type="http://schemas.openxmlformats.org/officeDocument/2006/relationships/extended-properties" Target="/docProps/app.xml" Id="R5a3158f565d44034" /><Relationship Type="http://schemas.openxmlformats.org/officeDocument/2006/relationships/officeDocument" Target="/ppt/presentation.xml" Id="R7ea71d91673e43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592f5c4a804522"/>
  </p:sldMasterIdLst>
  <p:notesMasterIdLst>
    <p:notesMasterId xmlns:r="http://schemas.openxmlformats.org/officeDocument/2006/relationships" r:id="Rc167c70824a646cf"/>
  </p:notesMasterIdLst>
  <p:sldIdLst>
    <p:sldId xmlns:r="http://schemas.openxmlformats.org/officeDocument/2006/relationships" id="256" r:id="R44855f79799141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95462075644477" /><Relationship Type="http://schemas.openxmlformats.org/officeDocument/2006/relationships/slideMaster" Target="/ppt/slideMasters/slideMaster1.xml" Id="R41592f5c4a804522" /><Relationship Type="http://schemas.openxmlformats.org/officeDocument/2006/relationships/notesMaster" Target="/ppt/notesMasters/notesMaster1.xml" Id="Rc167c70824a646cf" /><Relationship Type="http://schemas.openxmlformats.org/officeDocument/2006/relationships/presProps" Target="/ppt/presProps.xml" Id="R63366a1cc8ed4785" /><Relationship Type="http://schemas.openxmlformats.org/officeDocument/2006/relationships/tableStyles" Target="/ppt/tableStyles.xml" Id="R38425eb2d3cf4364" /><Relationship Type="http://schemas.openxmlformats.org/officeDocument/2006/relationships/slide" Target="/ppt/slides/slide1.xml" Id="R44855f79799141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8a546ee10645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84fc208b274303" /><Relationship Type="http://schemas.openxmlformats.org/officeDocument/2006/relationships/notesMaster" Target="/ppt/notesMasters/notesMaster1.xml" Id="Re40ae19369af44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d1092cc1046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1f213e7c794c9e" /><Relationship Type="http://schemas.openxmlformats.org/officeDocument/2006/relationships/slideLayout" Target="/ppt/slideLayouts/slideLayout1.xml" Id="Re690440d89ef45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90440d89ef45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f1a40cb464fe5" /><Relationship Type="http://schemas.openxmlformats.org/officeDocument/2006/relationships/notesSlide" Target="/ppt/notesSlides/notesSlide1.xml" Id="Rf421070fe78f4c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" name="page-title">
            <a:extLst xmlns:a="http://schemas.openxmlformats.org/drawingml/2006/main">
              <a:ext uri="{FF2B5EF4-FFF2-40B4-BE49-F238E27FC236}">
                <a16:creationId xmlns:a16="http://schemas.microsoft.com/office/drawing/2014/main" id="{C4E4ED54-26E3-41F7-BDD9-45AFDE2F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Net increase for the year 42 people, but recruiting 218 people, resignation 176 People, proportion of replacement recruitment 81%</a:t>
            </a:r>
          </a:p>
        </p:txBody>
      </p:sp>
      <p:sp>
        <p:nvSpPr>
          <p:cNvPr id="2" name="workforce-frame">
            <a:extLst xmlns:a="http://schemas.openxmlformats.org/drawingml/2006/main">
              <a:ext uri="{FF2B5EF4-FFF2-40B4-BE49-F238E27FC236}">
                <a16:creationId xmlns:a16="http://schemas.microsoft.com/office/drawing/2014/main" id="{E95CE3EC-6BCA-4874-BAE2-98AAEF5F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8705850" cy="445770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" name="rate-grid-0">
            <a:extLst xmlns:a="http://schemas.openxmlformats.org/drawingml/2006/main">
              <a:ext uri="{FF2B5EF4-FFF2-40B4-BE49-F238E27FC236}">
                <a16:creationId xmlns:a16="http://schemas.microsoft.com/office/drawing/2014/main" id="{10054B63-7BD8-4014-8DCA-2EED9C69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817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EE8"/>
            </a:solidFill>
            <a:prstDash val="dash"/>
          </a:ln>
        </p:spPr>
      </p:sp>
      <p:sp>
        <p:nvSpPr>
          <p:cNvPr id="4" name="rate-grid-50">
            <a:extLst xmlns:a="http://schemas.openxmlformats.org/drawingml/2006/main">
              <a:ext uri="{FF2B5EF4-FFF2-40B4-BE49-F238E27FC236}">
                <a16:creationId xmlns:a16="http://schemas.microsoft.com/office/drawing/2014/main" id="{F8B292B6-EAE0-44C4-89F9-710ED1B6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817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EE8"/>
            </a:solidFill>
            <a:prstDash val="dash"/>
          </a:ln>
        </p:spPr>
      </p:sp>
      <p:sp>
        <p:nvSpPr>
          <p:cNvPr id="5" name="rate-grid-100">
            <a:extLst xmlns:a="http://schemas.openxmlformats.org/drawingml/2006/main">
              <a:ext uri="{FF2B5EF4-FFF2-40B4-BE49-F238E27FC236}">
                <a16:creationId xmlns:a16="http://schemas.microsoft.com/office/drawing/2014/main" id="{CB25B068-1E59-4924-9EDA-01173BE1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817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EE8"/>
            </a:solidFill>
            <a:prstDash val="dash"/>
          </a:ln>
        </p:spPr>
      </p:sp>
      <p:sp>
        <p:nvSpPr>
          <p:cNvPr id="6" name="workforce-note-3">
            <a:extLst xmlns:a="http://schemas.openxmlformats.org/drawingml/2006/main">
              <a:ext uri="{FF2B5EF4-FFF2-40B4-BE49-F238E27FC236}">
                <a16:creationId xmlns:a16="http://schemas.microsoft.com/office/drawing/2014/main" id="{F0A8332C-EFED-4AB1-AB7A-B8DC514F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906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⚠ After year-end bonus</a:t>
            </a:r>
          </a:p>
        </p:txBody>
      </p:sp>
      <p:sp>
        <p:nvSpPr>
          <p:cNvPr id="7" name="workforce-note-9">
            <a:extLst xmlns:a="http://schemas.openxmlformats.org/drawingml/2006/main">
              <a:ext uri="{FF2B5EF4-FFF2-40B4-BE49-F238E27FC236}">
                <a16:creationId xmlns:a16="http://schemas.microsoft.com/office/drawing/2014/main" id="{28D19FA1-8A09-4A81-8136-EE206355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906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⚠ organizational adjustment</a:t>
            </a:r>
          </a:p>
        </p:txBody>
      </p:sp>
      <p:sp>
        <p:nvSpPr>
          <p:cNvPr id="8" name="workforce-note-11">
            <a:extLst xmlns:a="http://schemas.openxmlformats.org/drawingml/2006/main">
              <a:ext uri="{FF2B5EF4-FFF2-40B4-BE49-F238E27FC236}">
                <a16:creationId xmlns:a16="http://schemas.microsoft.com/office/drawing/2014/main" id="{568534E9-A3BE-484A-8616-B1ED8E84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906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⚠ Off-season business</a:t>
            </a:r>
          </a:p>
        </p:txBody>
      </p:sp>
      <p:sp>
        <p:nvSpPr>
          <p:cNvPr id="9" name="attrition-line-1">
            <a:extLst xmlns:a="http://schemas.openxmlformats.org/drawingml/2006/main">
              <a:ext uri="{FF2B5EF4-FFF2-40B4-BE49-F238E27FC236}">
                <a16:creationId xmlns:a16="http://schemas.microsoft.com/office/drawing/2014/main" id="{FB8D4FDC-9253-4667-8544-99249CC0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81050" y="2364867"/>
            <a:ext cx="742950" cy="4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10" name="recruit-line-1">
            <a:extLst xmlns:a="http://schemas.openxmlformats.org/drawingml/2006/main">
              <a:ext uri="{FF2B5EF4-FFF2-40B4-BE49-F238E27FC236}">
                <a16:creationId xmlns:a16="http://schemas.microsoft.com/office/drawing/2014/main" id="{17A25441-9A1C-461E-AC0D-C9D09BE5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81050" y="1547622"/>
            <a:ext cx="742950" cy="59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B2"/>
            </a:solidFill>
            <a:prstDash val="solid"/>
          </a:ln>
        </p:spPr>
      </p:sp>
      <p:sp>
        <p:nvSpPr>
          <p:cNvPr id="11" name="attrition-line-2">
            <a:extLst xmlns:a="http://schemas.openxmlformats.org/drawingml/2006/main">
              <a:ext uri="{FF2B5EF4-FFF2-40B4-BE49-F238E27FC236}">
                <a16:creationId xmlns:a16="http://schemas.microsoft.com/office/drawing/2014/main" id="{38BE0E11-31CB-402C-8A25-1AA16CB7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24000" y="2359914"/>
            <a:ext cx="742950" cy="4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12" name="recruit-line-2">
            <a:extLst xmlns:a="http://schemas.openxmlformats.org/drawingml/2006/main">
              <a:ext uri="{FF2B5EF4-FFF2-40B4-BE49-F238E27FC236}">
                <a16:creationId xmlns:a16="http://schemas.microsoft.com/office/drawing/2014/main" id="{0DA83172-B181-49E0-9291-AC950571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24000" y="1517904"/>
            <a:ext cx="742950" cy="297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B2"/>
            </a:solidFill>
            <a:prstDash val="solid"/>
          </a:ln>
        </p:spPr>
      </p:sp>
      <p:sp>
        <p:nvSpPr>
          <p:cNvPr id="13" name="attrition-line-3">
            <a:extLst xmlns:a="http://schemas.openxmlformats.org/drawingml/2006/main">
              <a:ext uri="{FF2B5EF4-FFF2-40B4-BE49-F238E27FC236}">
                <a16:creationId xmlns:a16="http://schemas.microsoft.com/office/drawing/2014/main" id="{36B16578-B59E-4685-9D17-FBD08D4B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59914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14" name="recruit-line-3">
            <a:extLst xmlns:a="http://schemas.openxmlformats.org/drawingml/2006/main">
              <a:ext uri="{FF2B5EF4-FFF2-40B4-BE49-F238E27FC236}">
                <a16:creationId xmlns:a16="http://schemas.microsoft.com/office/drawing/2014/main" id="{E5F3F61D-1816-4335-A9CD-16244953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517904"/>
            <a:ext cx="742950" cy="495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B2"/>
            </a:solidFill>
            <a:prstDash val="solid"/>
          </a:ln>
        </p:spPr>
      </p:sp>
      <p:sp>
        <p:nvSpPr>
          <p:cNvPr id="15" name="attrition-line-4">
            <a:extLst xmlns:a="http://schemas.openxmlformats.org/drawingml/2006/main">
              <a:ext uri="{FF2B5EF4-FFF2-40B4-BE49-F238E27FC236}">
                <a16:creationId xmlns:a16="http://schemas.microsoft.com/office/drawing/2014/main" id="{4F531EC6-515C-423B-944E-7177F28D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009900" y="2354961"/>
            <a:ext cx="742950" cy="4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16" name="recruit-line-4">
            <a:extLst xmlns:a="http://schemas.openxmlformats.org/drawingml/2006/main">
              <a:ext uri="{FF2B5EF4-FFF2-40B4-BE49-F238E27FC236}">
                <a16:creationId xmlns:a16="http://schemas.microsoft.com/office/drawing/2014/main" id="{0F878655-B7FD-47E6-ADA4-94783E03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009900" y="1488186"/>
            <a:ext cx="742950" cy="792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B2"/>
            </a:solidFill>
            <a:prstDash val="solid"/>
          </a:ln>
        </p:spPr>
      </p:sp>
      <p:sp>
        <p:nvSpPr>
          <p:cNvPr id="17" name="attrition-line-5">
            <a:extLst xmlns:a="http://schemas.openxmlformats.org/drawingml/2006/main">
              <a:ext uri="{FF2B5EF4-FFF2-40B4-BE49-F238E27FC236}">
                <a16:creationId xmlns:a16="http://schemas.microsoft.com/office/drawing/2014/main" id="{347B2522-1F4C-419F-8265-508BB682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752850" y="2350008"/>
            <a:ext cx="742950" cy="4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18" name="recruit-line-5">
            <a:extLst xmlns:a="http://schemas.openxmlformats.org/drawingml/2006/main">
              <a:ext uri="{FF2B5EF4-FFF2-40B4-BE49-F238E27FC236}">
                <a16:creationId xmlns:a16="http://schemas.microsoft.com/office/drawing/2014/main" id="{B2045FB2-8AB1-4B44-8BD5-C1323CD1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752850" y="1468374"/>
            <a:ext cx="742950" cy="198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B2"/>
            </a:solidFill>
            <a:prstDash val="solid"/>
          </a:ln>
        </p:spPr>
      </p:sp>
      <p:sp>
        <p:nvSpPr>
          <p:cNvPr id="19" name="attrition-line-6">
            <a:extLst xmlns:a="http://schemas.openxmlformats.org/drawingml/2006/main">
              <a:ext uri="{FF2B5EF4-FFF2-40B4-BE49-F238E27FC236}">
                <a16:creationId xmlns:a16="http://schemas.microsoft.com/office/drawing/2014/main" id="{5E8F607D-86BB-4ABB-A863-77968355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50008"/>
            <a:ext cx="742950" cy="148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20" name="recruit-line-6">
            <a:extLst xmlns:a="http://schemas.openxmlformats.org/drawingml/2006/main">
              <a:ext uri="{FF2B5EF4-FFF2-40B4-BE49-F238E27FC236}">
                <a16:creationId xmlns:a16="http://schemas.microsoft.com/office/drawing/2014/main" id="{44B8758D-C599-4D8D-8327-AD73F22C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68374"/>
            <a:ext cx="742950" cy="59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B2"/>
            </a:solidFill>
            <a:prstDash val="solid"/>
          </a:ln>
        </p:spPr>
      </p:sp>
      <p:sp>
        <p:nvSpPr>
          <p:cNvPr id="21" name="attrition-line-7">
            <a:extLst xmlns:a="http://schemas.openxmlformats.org/drawingml/2006/main">
              <a:ext uri="{FF2B5EF4-FFF2-40B4-BE49-F238E27FC236}">
                <a16:creationId xmlns:a16="http://schemas.microsoft.com/office/drawing/2014/main" id="{8A8C7773-89C1-4A26-BFCB-5D95960B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4867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22" name="recruit-line-7">
            <a:extLst xmlns:a="http://schemas.openxmlformats.org/drawingml/2006/main">
              <a:ext uri="{FF2B5EF4-FFF2-40B4-BE49-F238E27FC236}">
                <a16:creationId xmlns:a16="http://schemas.microsoft.com/office/drawing/2014/main" id="{4497D395-78B9-4708-AB6C-69B66AEF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38750" y="1507998"/>
            <a:ext cx="742950" cy="198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B2"/>
            </a:solidFill>
            <a:prstDash val="solid"/>
          </a:ln>
        </p:spPr>
      </p:sp>
      <p:sp>
        <p:nvSpPr>
          <p:cNvPr id="23" name="attrition-line-8">
            <a:extLst xmlns:a="http://schemas.openxmlformats.org/drawingml/2006/main">
              <a:ext uri="{FF2B5EF4-FFF2-40B4-BE49-F238E27FC236}">
                <a16:creationId xmlns:a16="http://schemas.microsoft.com/office/drawing/2014/main" id="{3300BF87-74A4-4300-BEA4-B550E660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81700" y="2350008"/>
            <a:ext cx="742950" cy="1485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24" name="recruit-line-8">
            <a:extLst xmlns:a="http://schemas.openxmlformats.org/drawingml/2006/main">
              <a:ext uri="{FF2B5EF4-FFF2-40B4-BE49-F238E27FC236}">
                <a16:creationId xmlns:a16="http://schemas.microsoft.com/office/drawing/2014/main" id="{4F788128-482F-4D70-9070-6042227D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81700" y="1448562"/>
            <a:ext cx="742950" cy="59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B2"/>
            </a:solidFill>
            <a:prstDash val="solid"/>
          </a:ln>
        </p:spPr>
      </p:sp>
      <p:sp>
        <p:nvSpPr>
          <p:cNvPr id="25" name="attrition-line-9">
            <a:extLst xmlns:a="http://schemas.openxmlformats.org/drawingml/2006/main">
              <a:ext uri="{FF2B5EF4-FFF2-40B4-BE49-F238E27FC236}">
                <a16:creationId xmlns:a16="http://schemas.microsoft.com/office/drawing/2014/main" id="{1C71D3A3-DEF3-4159-8897-D14E9FA9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50008"/>
            <a:ext cx="742950" cy="9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26" name="recruit-line-9">
            <a:extLst xmlns:a="http://schemas.openxmlformats.org/drawingml/2006/main">
              <a:ext uri="{FF2B5EF4-FFF2-40B4-BE49-F238E27FC236}">
                <a16:creationId xmlns:a16="http://schemas.microsoft.com/office/drawing/2014/main" id="{ED535B96-4DBB-4476-9FA3-11E372A8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448562"/>
            <a:ext cx="742950" cy="495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B2"/>
            </a:solidFill>
            <a:prstDash val="solid"/>
          </a:ln>
        </p:spPr>
      </p:sp>
      <p:sp>
        <p:nvSpPr>
          <p:cNvPr id="27" name="attrition-line-10">
            <a:extLst xmlns:a="http://schemas.openxmlformats.org/drawingml/2006/main">
              <a:ext uri="{FF2B5EF4-FFF2-40B4-BE49-F238E27FC236}">
                <a16:creationId xmlns:a16="http://schemas.microsoft.com/office/drawing/2014/main" id="{584F173B-C01D-408E-A3F4-47D1CBF5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467600" y="2354961"/>
            <a:ext cx="742950" cy="4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28" name="recruit-line-10">
            <a:extLst xmlns:a="http://schemas.openxmlformats.org/drawingml/2006/main">
              <a:ext uri="{FF2B5EF4-FFF2-40B4-BE49-F238E27FC236}">
                <a16:creationId xmlns:a16="http://schemas.microsoft.com/office/drawing/2014/main" id="{C080E33D-8FB6-4F69-95BC-9EBF995A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467600" y="1478280"/>
            <a:ext cx="742950" cy="198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B2"/>
            </a:solidFill>
            <a:prstDash val="solid"/>
          </a:ln>
        </p:spPr>
      </p:sp>
      <p:sp>
        <p:nvSpPr>
          <p:cNvPr id="29" name="attrition-line-11">
            <a:extLst xmlns:a="http://schemas.openxmlformats.org/drawingml/2006/main">
              <a:ext uri="{FF2B5EF4-FFF2-40B4-BE49-F238E27FC236}">
                <a16:creationId xmlns:a16="http://schemas.microsoft.com/office/drawing/2014/main" id="{1DA67210-BE22-4049-97F0-0031F24D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54961"/>
            <a:ext cx="742950" cy="99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872D"/>
            </a:solidFill>
            <a:prstDash val="solid"/>
          </a:ln>
        </p:spPr>
      </p:sp>
      <p:sp>
        <p:nvSpPr>
          <p:cNvPr id="30" name="recruit-line-11">
            <a:extLst xmlns:a="http://schemas.openxmlformats.org/drawingml/2006/main">
              <a:ext uri="{FF2B5EF4-FFF2-40B4-BE49-F238E27FC236}">
                <a16:creationId xmlns:a16="http://schemas.microsoft.com/office/drawing/2014/main" id="{9F49245B-441D-4F30-A152-3DB61D3A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78280"/>
            <a:ext cx="742950" cy="5943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B2"/>
            </a:solidFill>
            <a:prstDash val="solid"/>
          </a:ln>
        </p:spPr>
      </p:sp>
      <p:sp>
        <p:nvSpPr>
          <p:cNvPr id="31" name="rate-legend">
            <a:extLst xmlns:a="http://schemas.openxmlformats.org/drawingml/2006/main">
              <a:ext uri="{FF2B5EF4-FFF2-40B4-BE49-F238E27FC236}">
                <a16:creationId xmlns:a16="http://schemas.microsoft.com/office/drawing/2014/main" id="{76A9EC4C-71EA-428C-B324-7A715F65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Orange: turnover rate｜Blue: Recruitment completion rate</a:t>
            </a:r>
          </a:p>
        </p:txBody>
      </p:sp>
      <p:sp>
        <p:nvSpPr>
          <p:cNvPr id="32" name="workforce-row-legend">
            <a:extLst xmlns:a="http://schemas.openxmlformats.org/drawingml/2006/main">
              <a:ext uri="{FF2B5EF4-FFF2-40B4-BE49-F238E27FC236}">
                <a16:creationId xmlns:a16="http://schemas.microsoft.com/office/drawing/2014/main" id="{1A43623E-A167-4D19-A666-5B7089A0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Reconciliation sequence: beginning of period / enter / away from / tune / End of term / net increase</a:t>
            </a:r>
          </a:p>
        </p:txBody>
      </p:sp>
      <p:sp>
        <p:nvSpPr>
          <p:cNvPr id="33" name="month-1">
            <a:extLst xmlns:a="http://schemas.openxmlformats.org/drawingml/2006/main">
              <a:ext uri="{FF2B5EF4-FFF2-40B4-BE49-F238E27FC236}">
                <a16:creationId xmlns:a16="http://schemas.microsoft.com/office/drawing/2014/main" id="{1E7B978E-4E8B-4811-B3B4-5649F616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6842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1month</a:t>
            </a:r>
          </a:p>
        </p:txBody>
      </p:sp>
      <p:sp>
        <p:nvSpPr>
          <p:cNvPr id="34" name="opening-1">
            <a:extLst xmlns:a="http://schemas.openxmlformats.org/drawingml/2006/main">
              <a:ext uri="{FF2B5EF4-FFF2-40B4-BE49-F238E27FC236}">
                <a16:creationId xmlns:a16="http://schemas.microsoft.com/office/drawing/2014/main" id="{9E6BFBC8-E9F0-47A2-8E5E-4B1AA38D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432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1200</a:t>
            </a:r>
          </a:p>
        </p:txBody>
      </p:sp>
      <p:sp>
        <p:nvSpPr>
          <p:cNvPr id="35" name="hire-1">
            <a:extLst xmlns:a="http://schemas.openxmlformats.org/drawingml/2006/main">
              <a:ext uri="{FF2B5EF4-FFF2-40B4-BE49-F238E27FC236}">
                <a16:creationId xmlns:a16="http://schemas.microsoft.com/office/drawing/2014/main" id="{19726579-7343-40B5-B02A-AC4BA6C3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671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+15</a:t>
            </a:r>
          </a:p>
        </p:txBody>
      </p:sp>
      <p:sp>
        <p:nvSpPr>
          <p:cNvPr id="36" name="exit-1">
            <a:extLst xmlns:a="http://schemas.openxmlformats.org/drawingml/2006/main">
              <a:ext uri="{FF2B5EF4-FFF2-40B4-BE49-F238E27FC236}">
                <a16:creationId xmlns:a16="http://schemas.microsoft.com/office/drawing/2014/main" id="{46BFF41B-E967-474D-912B-344E8FD4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719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−12</a:t>
            </a:r>
          </a:p>
        </p:txBody>
      </p:sp>
      <p:sp>
        <p:nvSpPr>
          <p:cNvPr id="37" name="transfer-1">
            <a:extLst xmlns:a="http://schemas.openxmlformats.org/drawingml/2006/main">
              <a:ext uri="{FF2B5EF4-FFF2-40B4-BE49-F238E27FC236}">
                <a16:creationId xmlns:a16="http://schemas.microsoft.com/office/drawing/2014/main" id="{10BB329E-692D-4A59-905F-8EC38CF8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76700"/>
            <a:ext cx="67468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+0</a:t>
            </a:r>
          </a:p>
        </p:txBody>
      </p:sp>
      <p:sp>
        <p:nvSpPr>
          <p:cNvPr id="38" name="closing-1">
            <a:extLst xmlns:a="http://schemas.openxmlformats.org/drawingml/2006/main">
              <a:ext uri="{FF2B5EF4-FFF2-40B4-BE49-F238E27FC236}">
                <a16:creationId xmlns:a16="http://schemas.microsoft.com/office/drawing/2014/main" id="{0B3B6AE3-CD6C-4293-841F-9B3E59A8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624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1203</a:t>
            </a:r>
          </a:p>
        </p:txBody>
      </p:sp>
      <p:sp>
        <p:nvSpPr>
          <p:cNvPr id="39" name="net-1">
            <a:extLst xmlns:a="http://schemas.openxmlformats.org/drawingml/2006/main">
              <a:ext uri="{FF2B5EF4-FFF2-40B4-BE49-F238E27FC236}">
                <a16:creationId xmlns:a16="http://schemas.microsoft.com/office/drawing/2014/main" id="{D544A87F-D55D-46AE-90AF-ECEE8070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67250"/>
            <a:ext cx="6746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+3</a:t>
            </a:r>
          </a:p>
        </p:txBody>
      </p:sp>
      <p:sp>
        <p:nvSpPr>
          <p:cNvPr id="40" name="budget-1">
            <a:extLst xmlns:a="http://schemas.openxmlformats.org/drawingml/2006/main">
              <a:ext uri="{FF2B5EF4-FFF2-40B4-BE49-F238E27FC236}">
                <a16:creationId xmlns:a16="http://schemas.microsoft.com/office/drawing/2014/main" id="{A0A9A68D-B182-4BBB-B4E6-87F33834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972050"/>
            <a:ext cx="6746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Editorial error -1</a:t>
            </a:r>
          </a:p>
        </p:txBody>
      </p:sp>
      <p:sp>
        <p:nvSpPr>
          <p:cNvPr id="41" name="workforce-link-1">
            <a:extLst xmlns:a="http://schemas.openxmlformats.org/drawingml/2006/main">
              <a:ext uri="{FF2B5EF4-FFF2-40B4-BE49-F238E27FC236}">
                <a16:creationId xmlns:a16="http://schemas.microsoft.com/office/drawing/2014/main" id="{E60ED06B-BB6C-4BBC-9037-8B060682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93812" y="3276600"/>
            <a:ext cx="95250" cy="1228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dash"/>
          </a:ln>
        </p:spPr>
      </p:sp>
      <p:sp>
        <p:nvSpPr>
          <p:cNvPr id="42" name="month-2">
            <a:extLst xmlns:a="http://schemas.openxmlformats.org/drawingml/2006/main">
              <a:ext uri="{FF2B5EF4-FFF2-40B4-BE49-F238E27FC236}">
                <a16:creationId xmlns:a16="http://schemas.microsoft.com/office/drawing/2014/main" id="{301A58F7-5C0B-40D8-8862-FE269BA5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962" y="2876550"/>
            <a:ext cx="6842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2month</a:t>
            </a:r>
          </a:p>
        </p:txBody>
      </p:sp>
      <p:sp>
        <p:nvSpPr>
          <p:cNvPr id="43" name="opening-2">
            <a:extLst xmlns:a="http://schemas.openxmlformats.org/drawingml/2006/main">
              <a:ext uri="{FF2B5EF4-FFF2-40B4-BE49-F238E27FC236}">
                <a16:creationId xmlns:a16="http://schemas.microsoft.com/office/drawing/2014/main" id="{3827BB62-C63B-47A9-9290-E27657C1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487" y="31432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1203</a:t>
            </a:r>
          </a:p>
        </p:txBody>
      </p:sp>
      <p:sp>
        <p:nvSpPr>
          <p:cNvPr id="44" name="hire-2">
            <a:extLst xmlns:a="http://schemas.openxmlformats.org/drawingml/2006/main">
              <a:ext uri="{FF2B5EF4-FFF2-40B4-BE49-F238E27FC236}">
                <a16:creationId xmlns:a16="http://schemas.microsoft.com/office/drawing/2014/main" id="{FEC53394-BF6D-4FFC-9E35-359A44C6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487" y="34671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+16</a:t>
            </a:r>
          </a:p>
        </p:txBody>
      </p:sp>
      <p:sp>
        <p:nvSpPr>
          <p:cNvPr id="45" name="exit-2">
            <a:extLst xmlns:a="http://schemas.openxmlformats.org/drawingml/2006/main">
              <a:ext uri="{FF2B5EF4-FFF2-40B4-BE49-F238E27FC236}">
                <a16:creationId xmlns:a16="http://schemas.microsoft.com/office/drawing/2014/main" id="{D2CE3BB5-F84D-4C53-8CCA-4F27DF5B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487" y="37719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−13</a:t>
            </a:r>
          </a:p>
        </p:txBody>
      </p:sp>
      <p:sp>
        <p:nvSpPr>
          <p:cNvPr id="46" name="transfer-2">
            <a:extLst xmlns:a="http://schemas.openxmlformats.org/drawingml/2006/main">
              <a:ext uri="{FF2B5EF4-FFF2-40B4-BE49-F238E27FC236}">
                <a16:creationId xmlns:a16="http://schemas.microsoft.com/office/drawing/2014/main" id="{26CDE44A-32C5-4FC7-9046-F45D88ED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487" y="4076700"/>
            <a:ext cx="67468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+0</a:t>
            </a:r>
          </a:p>
        </p:txBody>
      </p:sp>
      <p:sp>
        <p:nvSpPr>
          <p:cNvPr id="47" name="closing-2">
            <a:extLst xmlns:a="http://schemas.openxmlformats.org/drawingml/2006/main">
              <a:ext uri="{FF2B5EF4-FFF2-40B4-BE49-F238E27FC236}">
                <a16:creationId xmlns:a16="http://schemas.microsoft.com/office/drawing/2014/main" id="{3315D40F-41DD-4BAC-914D-DEC07604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487" y="43624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1206</a:t>
            </a:r>
          </a:p>
        </p:txBody>
      </p:sp>
      <p:sp>
        <p:nvSpPr>
          <p:cNvPr id="48" name="net-2">
            <a:extLst xmlns:a="http://schemas.openxmlformats.org/drawingml/2006/main">
              <a:ext uri="{FF2B5EF4-FFF2-40B4-BE49-F238E27FC236}">
                <a16:creationId xmlns:a16="http://schemas.microsoft.com/office/drawing/2014/main" id="{C4420337-0FD2-4941-9E69-E0E0373D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487" y="4667250"/>
            <a:ext cx="6746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+3</a:t>
            </a:r>
          </a:p>
        </p:txBody>
      </p:sp>
      <p:sp>
        <p:nvSpPr>
          <p:cNvPr id="49" name="budget-2">
            <a:extLst xmlns:a="http://schemas.openxmlformats.org/drawingml/2006/main">
              <a:ext uri="{FF2B5EF4-FFF2-40B4-BE49-F238E27FC236}">
                <a16:creationId xmlns:a16="http://schemas.microsoft.com/office/drawing/2014/main" id="{FE39DBFF-BA25-41E3-BF8D-E1B27426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487" y="4972050"/>
            <a:ext cx="6746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Editorial error -2</a:t>
            </a:r>
          </a:p>
        </p:txBody>
      </p:sp>
      <p:sp>
        <p:nvSpPr>
          <p:cNvPr id="50" name="workforce-link-2">
            <a:extLst xmlns:a="http://schemas.openxmlformats.org/drawingml/2006/main">
              <a:ext uri="{FF2B5EF4-FFF2-40B4-BE49-F238E27FC236}">
                <a16:creationId xmlns:a16="http://schemas.microsoft.com/office/drawing/2014/main" id="{730664E9-B942-4E81-A16E-D93FDAEF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97075" y="3276600"/>
            <a:ext cx="95250" cy="1228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dash"/>
          </a:ln>
        </p:spPr>
      </p:sp>
      <p:sp>
        <p:nvSpPr>
          <p:cNvPr id="51" name="month-3">
            <a:extLst xmlns:a="http://schemas.openxmlformats.org/drawingml/2006/main">
              <a:ext uri="{FF2B5EF4-FFF2-40B4-BE49-F238E27FC236}">
                <a16:creationId xmlns:a16="http://schemas.microsoft.com/office/drawing/2014/main" id="{AC1F12E3-5DAD-4F2D-A011-7C129C5B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225" y="2876550"/>
            <a:ext cx="6842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3month</a:t>
            </a:r>
          </a:p>
        </p:txBody>
      </p:sp>
      <p:sp>
        <p:nvSpPr>
          <p:cNvPr id="52" name="opening-3">
            <a:extLst xmlns:a="http://schemas.openxmlformats.org/drawingml/2006/main">
              <a:ext uri="{FF2B5EF4-FFF2-40B4-BE49-F238E27FC236}">
                <a16:creationId xmlns:a16="http://schemas.microsoft.com/office/drawing/2014/main" id="{C417C3B4-D2BE-4875-A88F-7D77BCA2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750" y="31432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1206</a:t>
            </a:r>
          </a:p>
        </p:txBody>
      </p:sp>
      <p:sp>
        <p:nvSpPr>
          <p:cNvPr id="53" name="hire-3">
            <a:extLst xmlns:a="http://schemas.openxmlformats.org/drawingml/2006/main">
              <a:ext uri="{FF2B5EF4-FFF2-40B4-BE49-F238E27FC236}">
                <a16:creationId xmlns:a16="http://schemas.microsoft.com/office/drawing/2014/main" id="{F453E557-207B-402A-BC39-2C148A8F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750" y="34671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+18</a:t>
            </a:r>
          </a:p>
        </p:txBody>
      </p:sp>
      <p:sp>
        <p:nvSpPr>
          <p:cNvPr id="54" name="exit-3">
            <a:extLst xmlns:a="http://schemas.openxmlformats.org/drawingml/2006/main">
              <a:ext uri="{FF2B5EF4-FFF2-40B4-BE49-F238E27FC236}">
                <a16:creationId xmlns:a16="http://schemas.microsoft.com/office/drawing/2014/main" id="{64D40FB2-C3FC-4FD4-8E4E-AB3785C0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750" y="37719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−15</a:t>
            </a:r>
          </a:p>
        </p:txBody>
      </p:sp>
      <p:sp>
        <p:nvSpPr>
          <p:cNvPr id="55" name="transfer-3">
            <a:extLst xmlns:a="http://schemas.openxmlformats.org/drawingml/2006/main">
              <a:ext uri="{FF2B5EF4-FFF2-40B4-BE49-F238E27FC236}">
                <a16:creationId xmlns:a16="http://schemas.microsoft.com/office/drawing/2014/main" id="{EB26E085-750C-4E29-8F49-07C26D53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750" y="4076700"/>
            <a:ext cx="67468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+0</a:t>
            </a:r>
          </a:p>
        </p:txBody>
      </p:sp>
      <p:sp>
        <p:nvSpPr>
          <p:cNvPr id="56" name="closing-3">
            <a:extLst xmlns:a="http://schemas.openxmlformats.org/drawingml/2006/main">
              <a:ext uri="{FF2B5EF4-FFF2-40B4-BE49-F238E27FC236}">
                <a16:creationId xmlns:a16="http://schemas.microsoft.com/office/drawing/2014/main" id="{324E730B-B946-4863-8516-5DDD0380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750" y="43624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1209</a:t>
            </a:r>
          </a:p>
        </p:txBody>
      </p:sp>
      <p:sp>
        <p:nvSpPr>
          <p:cNvPr id="57" name="net-3">
            <a:extLst xmlns:a="http://schemas.openxmlformats.org/drawingml/2006/main">
              <a:ext uri="{FF2B5EF4-FFF2-40B4-BE49-F238E27FC236}">
                <a16:creationId xmlns:a16="http://schemas.microsoft.com/office/drawing/2014/main" id="{D4E77B1A-25CF-4A09-AF02-604D3509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750" y="4667250"/>
            <a:ext cx="6746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+3</a:t>
            </a:r>
          </a:p>
        </p:txBody>
      </p:sp>
      <p:sp>
        <p:nvSpPr>
          <p:cNvPr id="58" name="budget-3">
            <a:extLst xmlns:a="http://schemas.openxmlformats.org/drawingml/2006/main">
              <a:ext uri="{FF2B5EF4-FFF2-40B4-BE49-F238E27FC236}">
                <a16:creationId xmlns:a16="http://schemas.microsoft.com/office/drawing/2014/main" id="{1C75C446-9F6E-4D33-BF8C-C9DCAD44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750" y="4972050"/>
            <a:ext cx="6746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Editorial error -3</a:t>
            </a:r>
          </a:p>
        </p:txBody>
      </p:sp>
      <p:sp>
        <p:nvSpPr>
          <p:cNvPr id="59" name="workforce-link-3">
            <a:extLst xmlns:a="http://schemas.openxmlformats.org/drawingml/2006/main">
              <a:ext uri="{FF2B5EF4-FFF2-40B4-BE49-F238E27FC236}">
                <a16:creationId xmlns:a16="http://schemas.microsoft.com/office/drawing/2014/main" id="{675B9311-575F-489B-A153-7113C50F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00338" y="3276600"/>
            <a:ext cx="95250" cy="1228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dash"/>
          </a:ln>
        </p:spPr>
      </p:sp>
      <p:sp>
        <p:nvSpPr>
          <p:cNvPr id="60" name="month-4">
            <a:extLst xmlns:a="http://schemas.openxmlformats.org/drawingml/2006/main">
              <a:ext uri="{FF2B5EF4-FFF2-40B4-BE49-F238E27FC236}">
                <a16:creationId xmlns:a16="http://schemas.microsoft.com/office/drawing/2014/main" id="{71370A77-5FD2-4724-8BD1-9B1C5EFB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488" y="2876550"/>
            <a:ext cx="6842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4month</a:t>
            </a:r>
          </a:p>
        </p:txBody>
      </p:sp>
      <p:sp>
        <p:nvSpPr>
          <p:cNvPr id="61" name="opening-4">
            <a:extLst xmlns:a="http://schemas.openxmlformats.org/drawingml/2006/main">
              <a:ext uri="{FF2B5EF4-FFF2-40B4-BE49-F238E27FC236}">
                <a16:creationId xmlns:a16="http://schemas.microsoft.com/office/drawing/2014/main" id="{DC496C4A-5377-41DE-AEC9-05B2179A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013" y="31432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1209</a:t>
            </a:r>
          </a:p>
        </p:txBody>
      </p:sp>
      <p:sp>
        <p:nvSpPr>
          <p:cNvPr id="62" name="hire-4">
            <a:extLst xmlns:a="http://schemas.openxmlformats.org/drawingml/2006/main">
              <a:ext uri="{FF2B5EF4-FFF2-40B4-BE49-F238E27FC236}">
                <a16:creationId xmlns:a16="http://schemas.microsoft.com/office/drawing/2014/main" id="{1936E07D-8C4D-4F1A-8E5D-D89662AC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013" y="34671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+17</a:t>
            </a:r>
          </a:p>
        </p:txBody>
      </p:sp>
      <p:sp>
        <p:nvSpPr>
          <p:cNvPr id="63" name="exit-4">
            <a:extLst xmlns:a="http://schemas.openxmlformats.org/drawingml/2006/main">
              <a:ext uri="{FF2B5EF4-FFF2-40B4-BE49-F238E27FC236}">
                <a16:creationId xmlns:a16="http://schemas.microsoft.com/office/drawing/2014/main" id="{78D76A47-BEE5-40D4-8966-585E8554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013" y="37719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−14</a:t>
            </a:r>
          </a:p>
        </p:txBody>
      </p:sp>
      <p:sp>
        <p:nvSpPr>
          <p:cNvPr id="64" name="transfer-4">
            <a:extLst xmlns:a="http://schemas.openxmlformats.org/drawingml/2006/main">
              <a:ext uri="{FF2B5EF4-FFF2-40B4-BE49-F238E27FC236}">
                <a16:creationId xmlns:a16="http://schemas.microsoft.com/office/drawing/2014/main" id="{8FDDCCDE-80F1-43E0-8B6D-38AEF19E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013" y="4076700"/>
            <a:ext cx="67468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+0</a:t>
            </a:r>
          </a:p>
        </p:txBody>
      </p:sp>
      <p:sp>
        <p:nvSpPr>
          <p:cNvPr id="65" name="closing-4">
            <a:extLst xmlns:a="http://schemas.openxmlformats.org/drawingml/2006/main">
              <a:ext uri="{FF2B5EF4-FFF2-40B4-BE49-F238E27FC236}">
                <a16:creationId xmlns:a16="http://schemas.microsoft.com/office/drawing/2014/main" id="{328DF9D7-2A07-49BB-AB32-B50E1204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013" y="43624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1212</a:t>
            </a:r>
          </a:p>
        </p:txBody>
      </p:sp>
      <p:sp>
        <p:nvSpPr>
          <p:cNvPr id="66" name="net-4">
            <a:extLst xmlns:a="http://schemas.openxmlformats.org/drawingml/2006/main">
              <a:ext uri="{FF2B5EF4-FFF2-40B4-BE49-F238E27FC236}">
                <a16:creationId xmlns:a16="http://schemas.microsoft.com/office/drawing/2014/main" id="{1DD0E39A-25F2-4227-9C06-48A102C4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013" y="4667250"/>
            <a:ext cx="6746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+3</a:t>
            </a:r>
          </a:p>
        </p:txBody>
      </p:sp>
      <p:sp>
        <p:nvSpPr>
          <p:cNvPr id="67" name="budget-4">
            <a:extLst xmlns:a="http://schemas.openxmlformats.org/drawingml/2006/main">
              <a:ext uri="{FF2B5EF4-FFF2-40B4-BE49-F238E27FC236}">
                <a16:creationId xmlns:a16="http://schemas.microsoft.com/office/drawing/2014/main" id="{CBC665E2-7354-4739-87BE-2C49DA1A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013" y="4972050"/>
            <a:ext cx="6746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Editorial error -4</a:t>
            </a:r>
          </a:p>
        </p:txBody>
      </p:sp>
      <p:sp>
        <p:nvSpPr>
          <p:cNvPr id="68" name="workforce-link-4">
            <a:extLst xmlns:a="http://schemas.openxmlformats.org/drawingml/2006/main">
              <a:ext uri="{FF2B5EF4-FFF2-40B4-BE49-F238E27FC236}">
                <a16:creationId xmlns:a16="http://schemas.microsoft.com/office/drawing/2014/main" id="{1BD38438-2039-43AB-A30F-658ADE10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03600" y="3276600"/>
            <a:ext cx="95250" cy="1228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dash"/>
          </a:ln>
        </p:spPr>
      </p:sp>
      <p:sp>
        <p:nvSpPr>
          <p:cNvPr id="69" name="month-5">
            <a:extLst xmlns:a="http://schemas.openxmlformats.org/drawingml/2006/main">
              <a:ext uri="{FF2B5EF4-FFF2-40B4-BE49-F238E27FC236}">
                <a16:creationId xmlns:a16="http://schemas.microsoft.com/office/drawing/2014/main" id="{A7F32B33-3A80-4D88-90DA-55A458DA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0" y="2876550"/>
            <a:ext cx="6842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5month</a:t>
            </a:r>
          </a:p>
        </p:txBody>
      </p:sp>
      <p:sp>
        <p:nvSpPr>
          <p:cNvPr id="70" name="opening-5">
            <a:extLst xmlns:a="http://schemas.openxmlformats.org/drawingml/2006/main">
              <a:ext uri="{FF2B5EF4-FFF2-40B4-BE49-F238E27FC236}">
                <a16:creationId xmlns:a16="http://schemas.microsoft.com/office/drawing/2014/main" id="{101ED3CB-8FDC-4D4E-81C1-3F8F4A8F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275" y="31432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1212</a:t>
            </a:r>
          </a:p>
        </p:txBody>
      </p:sp>
      <p:sp>
        <p:nvSpPr>
          <p:cNvPr id="71" name="hire-5">
            <a:extLst xmlns:a="http://schemas.openxmlformats.org/drawingml/2006/main">
              <a:ext uri="{FF2B5EF4-FFF2-40B4-BE49-F238E27FC236}">
                <a16:creationId xmlns:a16="http://schemas.microsoft.com/office/drawing/2014/main" id="{252F287F-99D9-4B1C-AD6E-DB5A0C32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275" y="34671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+19</a:t>
            </a:r>
          </a:p>
        </p:txBody>
      </p:sp>
      <p:sp>
        <p:nvSpPr>
          <p:cNvPr id="72" name="exit-5">
            <a:extLst xmlns:a="http://schemas.openxmlformats.org/drawingml/2006/main">
              <a:ext uri="{FF2B5EF4-FFF2-40B4-BE49-F238E27FC236}">
                <a16:creationId xmlns:a16="http://schemas.microsoft.com/office/drawing/2014/main" id="{FE55530F-1C1B-48AA-A56B-022B46D8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275" y="37719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−16</a:t>
            </a:r>
          </a:p>
        </p:txBody>
      </p:sp>
      <p:sp>
        <p:nvSpPr>
          <p:cNvPr id="73" name="transfer-5">
            <a:extLst xmlns:a="http://schemas.openxmlformats.org/drawingml/2006/main">
              <a:ext uri="{FF2B5EF4-FFF2-40B4-BE49-F238E27FC236}">
                <a16:creationId xmlns:a16="http://schemas.microsoft.com/office/drawing/2014/main" id="{9D85F852-0B23-46FA-85CF-2E7CB1A2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275" y="4076700"/>
            <a:ext cx="67468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+0</a:t>
            </a:r>
          </a:p>
        </p:txBody>
      </p:sp>
      <p:sp>
        <p:nvSpPr>
          <p:cNvPr id="74" name="closing-5">
            <a:extLst xmlns:a="http://schemas.openxmlformats.org/drawingml/2006/main">
              <a:ext uri="{FF2B5EF4-FFF2-40B4-BE49-F238E27FC236}">
                <a16:creationId xmlns:a16="http://schemas.microsoft.com/office/drawing/2014/main" id="{C39B2329-3408-49F7-A073-7BFC760B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275" y="43624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1215</a:t>
            </a:r>
          </a:p>
        </p:txBody>
      </p:sp>
      <p:sp>
        <p:nvSpPr>
          <p:cNvPr id="75" name="net-5">
            <a:extLst xmlns:a="http://schemas.openxmlformats.org/drawingml/2006/main">
              <a:ext uri="{FF2B5EF4-FFF2-40B4-BE49-F238E27FC236}">
                <a16:creationId xmlns:a16="http://schemas.microsoft.com/office/drawing/2014/main" id="{E2BE6870-B984-4896-AE63-01149633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275" y="4667250"/>
            <a:ext cx="6746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+3</a:t>
            </a:r>
          </a:p>
        </p:txBody>
      </p:sp>
      <p:sp>
        <p:nvSpPr>
          <p:cNvPr id="76" name="budget-5">
            <a:extLst xmlns:a="http://schemas.openxmlformats.org/drawingml/2006/main">
              <a:ext uri="{FF2B5EF4-FFF2-40B4-BE49-F238E27FC236}">
                <a16:creationId xmlns:a16="http://schemas.microsoft.com/office/drawing/2014/main" id="{300C96A1-AB2D-406B-8E0B-4C1D6F84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275" y="4972050"/>
            <a:ext cx="6746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Editorial error -5</a:t>
            </a:r>
          </a:p>
        </p:txBody>
      </p:sp>
      <p:sp>
        <p:nvSpPr>
          <p:cNvPr id="77" name="workforce-link-5">
            <a:extLst xmlns:a="http://schemas.openxmlformats.org/drawingml/2006/main">
              <a:ext uri="{FF2B5EF4-FFF2-40B4-BE49-F238E27FC236}">
                <a16:creationId xmlns:a16="http://schemas.microsoft.com/office/drawing/2014/main" id="{B749CA1A-27CA-4B56-B17C-063DD915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106862" y="3276600"/>
            <a:ext cx="95250" cy="1228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dash"/>
          </a:ln>
        </p:spPr>
      </p:sp>
      <p:sp>
        <p:nvSpPr>
          <p:cNvPr id="78" name="month-6">
            <a:extLst xmlns:a="http://schemas.openxmlformats.org/drawingml/2006/main">
              <a:ext uri="{FF2B5EF4-FFF2-40B4-BE49-F238E27FC236}">
                <a16:creationId xmlns:a16="http://schemas.microsoft.com/office/drawing/2014/main" id="{E4586590-C009-49B1-AC72-D6E554A1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012" y="2876550"/>
            <a:ext cx="6842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6month</a:t>
            </a:r>
          </a:p>
        </p:txBody>
      </p:sp>
      <p:sp>
        <p:nvSpPr>
          <p:cNvPr id="79" name="opening-6">
            <a:extLst xmlns:a="http://schemas.openxmlformats.org/drawingml/2006/main">
              <a:ext uri="{FF2B5EF4-FFF2-40B4-BE49-F238E27FC236}">
                <a16:creationId xmlns:a16="http://schemas.microsoft.com/office/drawing/2014/main" id="{E1D25DB6-5B65-414C-98B0-F4BAD814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3537" y="31432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1215</a:t>
            </a:r>
          </a:p>
        </p:txBody>
      </p:sp>
      <p:sp>
        <p:nvSpPr>
          <p:cNvPr id="80" name="hire-6">
            <a:extLst xmlns:a="http://schemas.openxmlformats.org/drawingml/2006/main">
              <a:ext uri="{FF2B5EF4-FFF2-40B4-BE49-F238E27FC236}">
                <a16:creationId xmlns:a16="http://schemas.microsoft.com/office/drawing/2014/main" id="{D6C4CCB4-C146-49C7-87E4-08EB054F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3537" y="34671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+20</a:t>
            </a:r>
          </a:p>
        </p:txBody>
      </p:sp>
      <p:sp>
        <p:nvSpPr>
          <p:cNvPr id="81" name="exit-6">
            <a:extLst xmlns:a="http://schemas.openxmlformats.org/drawingml/2006/main">
              <a:ext uri="{FF2B5EF4-FFF2-40B4-BE49-F238E27FC236}">
                <a16:creationId xmlns:a16="http://schemas.microsoft.com/office/drawing/2014/main" id="{A152378A-35D5-4A1F-9E2D-E85A8A07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3537" y="37719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−17</a:t>
            </a:r>
          </a:p>
        </p:txBody>
      </p:sp>
      <p:sp>
        <p:nvSpPr>
          <p:cNvPr id="82" name="transfer-6">
            <a:extLst xmlns:a="http://schemas.openxmlformats.org/drawingml/2006/main">
              <a:ext uri="{FF2B5EF4-FFF2-40B4-BE49-F238E27FC236}">
                <a16:creationId xmlns:a16="http://schemas.microsoft.com/office/drawing/2014/main" id="{1527D9E9-6ED0-46C2-9A7A-995067B2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3537" y="4076700"/>
            <a:ext cx="67468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+0</a:t>
            </a:r>
          </a:p>
        </p:txBody>
      </p:sp>
      <p:sp>
        <p:nvSpPr>
          <p:cNvPr id="83" name="closing-6">
            <a:extLst xmlns:a="http://schemas.openxmlformats.org/drawingml/2006/main">
              <a:ext uri="{FF2B5EF4-FFF2-40B4-BE49-F238E27FC236}">
                <a16:creationId xmlns:a16="http://schemas.microsoft.com/office/drawing/2014/main" id="{62D5315F-1D02-4DBE-BEC6-458D6D84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3537" y="43624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1218</a:t>
            </a:r>
          </a:p>
        </p:txBody>
      </p:sp>
      <p:sp>
        <p:nvSpPr>
          <p:cNvPr id="84" name="net-6">
            <a:extLst xmlns:a="http://schemas.openxmlformats.org/drawingml/2006/main">
              <a:ext uri="{FF2B5EF4-FFF2-40B4-BE49-F238E27FC236}">
                <a16:creationId xmlns:a16="http://schemas.microsoft.com/office/drawing/2014/main" id="{185D8B3E-6841-4399-938E-34FF132B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3537" y="4667250"/>
            <a:ext cx="6746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+3</a:t>
            </a:r>
          </a:p>
        </p:txBody>
      </p:sp>
      <p:sp>
        <p:nvSpPr>
          <p:cNvPr id="85" name="budget-6">
            <a:extLst xmlns:a="http://schemas.openxmlformats.org/drawingml/2006/main">
              <a:ext uri="{FF2B5EF4-FFF2-40B4-BE49-F238E27FC236}">
                <a16:creationId xmlns:a16="http://schemas.microsoft.com/office/drawing/2014/main" id="{E30B1E5A-F0CE-4AFF-9D17-BC71C926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3537" y="4972050"/>
            <a:ext cx="6746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Editorial error -6</a:t>
            </a:r>
          </a:p>
        </p:txBody>
      </p:sp>
      <p:sp>
        <p:nvSpPr>
          <p:cNvPr id="86" name="workforce-link-6">
            <a:extLst xmlns:a="http://schemas.openxmlformats.org/drawingml/2006/main">
              <a:ext uri="{FF2B5EF4-FFF2-40B4-BE49-F238E27FC236}">
                <a16:creationId xmlns:a16="http://schemas.microsoft.com/office/drawing/2014/main" id="{35C58282-86DB-4975-B381-41890662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810125" y="3276600"/>
            <a:ext cx="95250" cy="1228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dash"/>
          </a:ln>
        </p:spPr>
      </p:sp>
      <p:sp>
        <p:nvSpPr>
          <p:cNvPr id="87" name="month-7">
            <a:extLst xmlns:a="http://schemas.openxmlformats.org/drawingml/2006/main">
              <a:ext uri="{FF2B5EF4-FFF2-40B4-BE49-F238E27FC236}">
                <a16:creationId xmlns:a16="http://schemas.microsoft.com/office/drawing/2014/main" id="{E450E3D8-AAF7-4229-8052-3F1FE9D3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876550"/>
            <a:ext cx="6842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7month</a:t>
            </a:r>
          </a:p>
        </p:txBody>
      </p:sp>
      <p:sp>
        <p:nvSpPr>
          <p:cNvPr id="88" name="opening-7">
            <a:extLst xmlns:a="http://schemas.openxmlformats.org/drawingml/2006/main">
              <a:ext uri="{FF2B5EF4-FFF2-40B4-BE49-F238E27FC236}">
                <a16:creationId xmlns:a16="http://schemas.microsoft.com/office/drawing/2014/main" id="{2D887D65-6E03-4592-AFC4-E57AD1FB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432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1218</a:t>
            </a:r>
          </a:p>
        </p:txBody>
      </p:sp>
      <p:sp>
        <p:nvSpPr>
          <p:cNvPr id="89" name="hire-7">
            <a:extLst xmlns:a="http://schemas.openxmlformats.org/drawingml/2006/main">
              <a:ext uri="{FF2B5EF4-FFF2-40B4-BE49-F238E27FC236}">
                <a16:creationId xmlns:a16="http://schemas.microsoft.com/office/drawing/2014/main" id="{3586DA32-1E2E-442B-A5CE-3B763F7A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671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+17</a:t>
            </a:r>
          </a:p>
        </p:txBody>
      </p:sp>
      <p:sp>
        <p:nvSpPr>
          <p:cNvPr id="90" name="exit-7">
            <a:extLst xmlns:a="http://schemas.openxmlformats.org/drawingml/2006/main">
              <a:ext uri="{FF2B5EF4-FFF2-40B4-BE49-F238E27FC236}">
                <a16:creationId xmlns:a16="http://schemas.microsoft.com/office/drawing/2014/main" id="{4A856EC2-5058-4F3D-90B2-0FDC3D2E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719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−13</a:t>
            </a:r>
          </a:p>
        </p:txBody>
      </p:sp>
      <p:sp>
        <p:nvSpPr>
          <p:cNvPr id="91" name="transfer-7">
            <a:extLst xmlns:a="http://schemas.openxmlformats.org/drawingml/2006/main">
              <a:ext uri="{FF2B5EF4-FFF2-40B4-BE49-F238E27FC236}">
                <a16:creationId xmlns:a16="http://schemas.microsoft.com/office/drawing/2014/main" id="{639FD2CC-BD7D-4A56-BD61-07FD9A8C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76700"/>
            <a:ext cx="67468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+0</a:t>
            </a:r>
          </a:p>
        </p:txBody>
      </p:sp>
      <p:sp>
        <p:nvSpPr>
          <p:cNvPr id="92" name="closing-7">
            <a:extLst xmlns:a="http://schemas.openxmlformats.org/drawingml/2006/main">
              <a:ext uri="{FF2B5EF4-FFF2-40B4-BE49-F238E27FC236}">
                <a16:creationId xmlns:a16="http://schemas.microsoft.com/office/drawing/2014/main" id="{3D26719B-8B79-41DE-9410-456B8F99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624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1222</a:t>
            </a:r>
          </a:p>
        </p:txBody>
      </p:sp>
      <p:sp>
        <p:nvSpPr>
          <p:cNvPr id="93" name="net-7">
            <a:extLst xmlns:a="http://schemas.openxmlformats.org/drawingml/2006/main">
              <a:ext uri="{FF2B5EF4-FFF2-40B4-BE49-F238E27FC236}">
                <a16:creationId xmlns:a16="http://schemas.microsoft.com/office/drawing/2014/main" id="{9C174882-A3D5-45E9-B316-5F728581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67250"/>
            <a:ext cx="6746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+4</a:t>
            </a:r>
          </a:p>
        </p:txBody>
      </p:sp>
      <p:sp>
        <p:nvSpPr>
          <p:cNvPr id="94" name="budget-7">
            <a:extLst xmlns:a="http://schemas.openxmlformats.org/drawingml/2006/main">
              <a:ext uri="{FF2B5EF4-FFF2-40B4-BE49-F238E27FC236}">
                <a16:creationId xmlns:a16="http://schemas.microsoft.com/office/drawing/2014/main" id="{B27EDEBA-3A9D-47C4-9F43-E58B78C1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972050"/>
            <a:ext cx="6746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Editorial error -6</a:t>
            </a:r>
          </a:p>
        </p:txBody>
      </p:sp>
      <p:sp>
        <p:nvSpPr>
          <p:cNvPr id="95" name="workforce-link-7">
            <a:extLst xmlns:a="http://schemas.openxmlformats.org/drawingml/2006/main">
              <a:ext uri="{FF2B5EF4-FFF2-40B4-BE49-F238E27FC236}">
                <a16:creationId xmlns:a16="http://schemas.microsoft.com/office/drawing/2014/main" id="{AF3489C6-B76D-4D2D-A154-1B06497F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13388" y="3276600"/>
            <a:ext cx="95250" cy="1228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dash"/>
          </a:ln>
        </p:spPr>
      </p:sp>
      <p:sp>
        <p:nvSpPr>
          <p:cNvPr id="96" name="month-8">
            <a:extLst xmlns:a="http://schemas.openxmlformats.org/drawingml/2006/main">
              <a:ext uri="{FF2B5EF4-FFF2-40B4-BE49-F238E27FC236}">
                <a16:creationId xmlns:a16="http://schemas.microsoft.com/office/drawing/2014/main" id="{063933D0-7400-4055-9439-51063C3E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0537" y="2876550"/>
            <a:ext cx="6842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8month</a:t>
            </a:r>
          </a:p>
        </p:txBody>
      </p:sp>
      <p:sp>
        <p:nvSpPr>
          <p:cNvPr id="97" name="opening-8">
            <a:extLst xmlns:a="http://schemas.openxmlformats.org/drawingml/2006/main">
              <a:ext uri="{FF2B5EF4-FFF2-40B4-BE49-F238E27FC236}">
                <a16:creationId xmlns:a16="http://schemas.microsoft.com/office/drawing/2014/main" id="{50A274F6-6806-453F-B904-E6ABF002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062" y="31432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1222</a:t>
            </a:r>
          </a:p>
        </p:txBody>
      </p:sp>
      <p:sp>
        <p:nvSpPr>
          <p:cNvPr id="98" name="hire-8">
            <a:extLst xmlns:a="http://schemas.openxmlformats.org/drawingml/2006/main">
              <a:ext uri="{FF2B5EF4-FFF2-40B4-BE49-F238E27FC236}">
                <a16:creationId xmlns:a16="http://schemas.microsoft.com/office/drawing/2014/main" id="{02275F1D-D7EF-40A0-8580-5F2D9A23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062" y="34671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+18</a:t>
            </a:r>
          </a:p>
        </p:txBody>
      </p:sp>
      <p:sp>
        <p:nvSpPr>
          <p:cNvPr id="99" name="exit-8">
            <a:extLst xmlns:a="http://schemas.openxmlformats.org/drawingml/2006/main">
              <a:ext uri="{FF2B5EF4-FFF2-40B4-BE49-F238E27FC236}">
                <a16:creationId xmlns:a16="http://schemas.microsoft.com/office/drawing/2014/main" id="{83DBBDCA-4517-4214-B996-46AF4801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062" y="37719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−14</a:t>
            </a:r>
          </a:p>
        </p:txBody>
      </p:sp>
      <p:sp>
        <p:nvSpPr>
          <p:cNvPr id="100" name="transfer-8">
            <a:extLst xmlns:a="http://schemas.openxmlformats.org/drawingml/2006/main">
              <a:ext uri="{FF2B5EF4-FFF2-40B4-BE49-F238E27FC236}">
                <a16:creationId xmlns:a16="http://schemas.microsoft.com/office/drawing/2014/main" id="{FF7ACE30-F0B2-4904-855D-5CAF8BF1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062" y="4076700"/>
            <a:ext cx="67468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+0</a:t>
            </a:r>
          </a:p>
        </p:txBody>
      </p:sp>
      <p:sp>
        <p:nvSpPr>
          <p:cNvPr id="101" name="closing-8">
            <a:extLst xmlns:a="http://schemas.openxmlformats.org/drawingml/2006/main">
              <a:ext uri="{FF2B5EF4-FFF2-40B4-BE49-F238E27FC236}">
                <a16:creationId xmlns:a16="http://schemas.microsoft.com/office/drawing/2014/main" id="{F1FCA31B-EAC2-46FD-AF66-288C6C49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062" y="43624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1226</a:t>
            </a:r>
          </a:p>
        </p:txBody>
      </p:sp>
      <p:sp>
        <p:nvSpPr>
          <p:cNvPr id="102" name="net-8">
            <a:extLst xmlns:a="http://schemas.openxmlformats.org/drawingml/2006/main">
              <a:ext uri="{FF2B5EF4-FFF2-40B4-BE49-F238E27FC236}">
                <a16:creationId xmlns:a16="http://schemas.microsoft.com/office/drawing/2014/main" id="{656D4537-90D4-4018-8C40-5892109E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062" y="4667250"/>
            <a:ext cx="6746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+4</a:t>
            </a:r>
          </a:p>
        </p:txBody>
      </p:sp>
      <p:sp>
        <p:nvSpPr>
          <p:cNvPr id="103" name="budget-8">
            <a:extLst xmlns:a="http://schemas.openxmlformats.org/drawingml/2006/main">
              <a:ext uri="{FF2B5EF4-FFF2-40B4-BE49-F238E27FC236}">
                <a16:creationId xmlns:a16="http://schemas.microsoft.com/office/drawing/2014/main" id="{617D179E-5EB6-4C54-BE8E-707E0CC2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062" y="4972050"/>
            <a:ext cx="6746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Editorial error -6</a:t>
            </a:r>
          </a:p>
        </p:txBody>
      </p:sp>
      <p:sp>
        <p:nvSpPr>
          <p:cNvPr id="104" name="workforce-link-8">
            <a:extLst xmlns:a="http://schemas.openxmlformats.org/drawingml/2006/main">
              <a:ext uri="{FF2B5EF4-FFF2-40B4-BE49-F238E27FC236}">
                <a16:creationId xmlns:a16="http://schemas.microsoft.com/office/drawing/2014/main" id="{E5F6F5B2-249B-4FA4-B47E-C49E0980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216650" y="3276600"/>
            <a:ext cx="95250" cy="1228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dash"/>
          </a:ln>
        </p:spPr>
      </p:sp>
      <p:sp>
        <p:nvSpPr>
          <p:cNvPr id="105" name="month-9">
            <a:extLst xmlns:a="http://schemas.openxmlformats.org/drawingml/2006/main">
              <a:ext uri="{FF2B5EF4-FFF2-40B4-BE49-F238E27FC236}">
                <a16:creationId xmlns:a16="http://schemas.microsoft.com/office/drawing/2014/main" id="{FE5C1838-C267-4012-BCBA-E5C6F1E5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2876550"/>
            <a:ext cx="6842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9month</a:t>
            </a:r>
          </a:p>
        </p:txBody>
      </p:sp>
      <p:sp>
        <p:nvSpPr>
          <p:cNvPr id="106" name="opening-9">
            <a:extLst xmlns:a="http://schemas.openxmlformats.org/drawingml/2006/main">
              <a:ext uri="{FF2B5EF4-FFF2-40B4-BE49-F238E27FC236}">
                <a16:creationId xmlns:a16="http://schemas.microsoft.com/office/drawing/2014/main" id="{286D0C30-AE81-4AFF-A22A-EC11730D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3325" y="31432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1226</a:t>
            </a:r>
          </a:p>
        </p:txBody>
      </p:sp>
      <p:sp>
        <p:nvSpPr>
          <p:cNvPr id="107" name="hire-9">
            <a:extLst xmlns:a="http://schemas.openxmlformats.org/drawingml/2006/main">
              <a:ext uri="{FF2B5EF4-FFF2-40B4-BE49-F238E27FC236}">
                <a16:creationId xmlns:a16="http://schemas.microsoft.com/office/drawing/2014/main" id="{F763246A-EF14-4DC0-A1A3-D9E7134C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3325" y="34671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+21</a:t>
            </a:r>
          </a:p>
        </p:txBody>
      </p:sp>
      <p:sp>
        <p:nvSpPr>
          <p:cNvPr id="108" name="exit-9">
            <a:extLst xmlns:a="http://schemas.openxmlformats.org/drawingml/2006/main">
              <a:ext uri="{FF2B5EF4-FFF2-40B4-BE49-F238E27FC236}">
                <a16:creationId xmlns:a16="http://schemas.microsoft.com/office/drawing/2014/main" id="{D934EA47-3A8C-43B6-A1BA-D1F46B00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3325" y="37719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−17</a:t>
            </a:r>
          </a:p>
        </p:txBody>
      </p:sp>
      <p:sp>
        <p:nvSpPr>
          <p:cNvPr id="109" name="transfer-9">
            <a:extLst xmlns:a="http://schemas.openxmlformats.org/drawingml/2006/main">
              <a:ext uri="{FF2B5EF4-FFF2-40B4-BE49-F238E27FC236}">
                <a16:creationId xmlns:a16="http://schemas.microsoft.com/office/drawing/2014/main" id="{AB1973F5-4EC3-4466-A454-BD3C0F9F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3325" y="4076700"/>
            <a:ext cx="67468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+0</a:t>
            </a:r>
          </a:p>
        </p:txBody>
      </p:sp>
      <p:sp>
        <p:nvSpPr>
          <p:cNvPr id="110" name="closing-9">
            <a:extLst xmlns:a="http://schemas.openxmlformats.org/drawingml/2006/main">
              <a:ext uri="{FF2B5EF4-FFF2-40B4-BE49-F238E27FC236}">
                <a16:creationId xmlns:a16="http://schemas.microsoft.com/office/drawing/2014/main" id="{6824BC91-297B-4811-8001-213BE67C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3325" y="43624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1230</a:t>
            </a:r>
          </a:p>
        </p:txBody>
      </p:sp>
      <p:sp>
        <p:nvSpPr>
          <p:cNvPr id="111" name="net-9">
            <a:extLst xmlns:a="http://schemas.openxmlformats.org/drawingml/2006/main">
              <a:ext uri="{FF2B5EF4-FFF2-40B4-BE49-F238E27FC236}">
                <a16:creationId xmlns:a16="http://schemas.microsoft.com/office/drawing/2014/main" id="{AB6A316A-548C-443A-8E9A-8A8F8295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3325" y="4667250"/>
            <a:ext cx="6746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+4</a:t>
            </a:r>
          </a:p>
        </p:txBody>
      </p:sp>
      <p:sp>
        <p:nvSpPr>
          <p:cNvPr id="112" name="budget-9">
            <a:extLst xmlns:a="http://schemas.openxmlformats.org/drawingml/2006/main">
              <a:ext uri="{FF2B5EF4-FFF2-40B4-BE49-F238E27FC236}">
                <a16:creationId xmlns:a16="http://schemas.microsoft.com/office/drawing/2014/main" id="{7B2442C4-2014-4432-B3D6-38F8B5DA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3325" y="4972050"/>
            <a:ext cx="6746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Editorial error -6</a:t>
            </a:r>
          </a:p>
        </p:txBody>
      </p:sp>
      <p:sp>
        <p:nvSpPr>
          <p:cNvPr id="113" name="workforce-link-9">
            <a:extLst xmlns:a="http://schemas.openxmlformats.org/drawingml/2006/main">
              <a:ext uri="{FF2B5EF4-FFF2-40B4-BE49-F238E27FC236}">
                <a16:creationId xmlns:a16="http://schemas.microsoft.com/office/drawing/2014/main" id="{A3FE2DD5-06B7-4523-923B-3B45F7CC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19913" y="3276600"/>
            <a:ext cx="95250" cy="1228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dash"/>
          </a:ln>
        </p:spPr>
      </p:sp>
      <p:sp>
        <p:nvSpPr>
          <p:cNvPr id="114" name="month-10">
            <a:extLst xmlns:a="http://schemas.openxmlformats.org/drawingml/2006/main">
              <a:ext uri="{FF2B5EF4-FFF2-40B4-BE49-F238E27FC236}">
                <a16:creationId xmlns:a16="http://schemas.microsoft.com/office/drawing/2014/main" id="{FAB37C49-FED2-41F7-B826-B88144EF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063" y="2876550"/>
            <a:ext cx="6842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10month</a:t>
            </a:r>
          </a:p>
        </p:txBody>
      </p:sp>
      <p:sp>
        <p:nvSpPr>
          <p:cNvPr id="115" name="opening-10">
            <a:extLst xmlns:a="http://schemas.openxmlformats.org/drawingml/2006/main">
              <a:ext uri="{FF2B5EF4-FFF2-40B4-BE49-F238E27FC236}">
                <a16:creationId xmlns:a16="http://schemas.microsoft.com/office/drawing/2014/main" id="{F1BDDD36-70C3-4D77-97EB-CD13337E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31432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1230</a:t>
            </a:r>
          </a:p>
        </p:txBody>
      </p:sp>
      <p:sp>
        <p:nvSpPr>
          <p:cNvPr id="116" name="hire-10">
            <a:extLst xmlns:a="http://schemas.openxmlformats.org/drawingml/2006/main">
              <a:ext uri="{FF2B5EF4-FFF2-40B4-BE49-F238E27FC236}">
                <a16:creationId xmlns:a16="http://schemas.microsoft.com/office/drawing/2014/main" id="{7832886F-CEF3-4381-921B-706AACAE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34671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+19</a:t>
            </a:r>
          </a:p>
        </p:txBody>
      </p:sp>
      <p:sp>
        <p:nvSpPr>
          <p:cNvPr id="117" name="exit-10">
            <a:extLst xmlns:a="http://schemas.openxmlformats.org/drawingml/2006/main">
              <a:ext uri="{FF2B5EF4-FFF2-40B4-BE49-F238E27FC236}">
                <a16:creationId xmlns:a16="http://schemas.microsoft.com/office/drawing/2014/main" id="{E18893A5-0731-4950-8946-93C4A433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37719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−15</a:t>
            </a:r>
          </a:p>
        </p:txBody>
      </p:sp>
      <p:sp>
        <p:nvSpPr>
          <p:cNvPr id="118" name="transfer-10">
            <a:extLst xmlns:a="http://schemas.openxmlformats.org/drawingml/2006/main">
              <a:ext uri="{FF2B5EF4-FFF2-40B4-BE49-F238E27FC236}">
                <a16:creationId xmlns:a16="http://schemas.microsoft.com/office/drawing/2014/main" id="{F658E8A6-7554-4A16-9D35-E3722267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4076700"/>
            <a:ext cx="67468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+0</a:t>
            </a:r>
          </a:p>
        </p:txBody>
      </p:sp>
      <p:sp>
        <p:nvSpPr>
          <p:cNvPr id="119" name="closing-10">
            <a:extLst xmlns:a="http://schemas.openxmlformats.org/drawingml/2006/main">
              <a:ext uri="{FF2B5EF4-FFF2-40B4-BE49-F238E27FC236}">
                <a16:creationId xmlns:a16="http://schemas.microsoft.com/office/drawing/2014/main" id="{237A72EE-128F-4051-92C0-15A25187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43624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1234</a:t>
            </a:r>
          </a:p>
        </p:txBody>
      </p:sp>
      <p:sp>
        <p:nvSpPr>
          <p:cNvPr id="120" name="net-10">
            <a:extLst xmlns:a="http://schemas.openxmlformats.org/drawingml/2006/main">
              <a:ext uri="{FF2B5EF4-FFF2-40B4-BE49-F238E27FC236}">
                <a16:creationId xmlns:a16="http://schemas.microsoft.com/office/drawing/2014/main" id="{BCA330DD-89B2-4760-872B-0E07A0EF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4667250"/>
            <a:ext cx="6746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+4</a:t>
            </a:r>
          </a:p>
        </p:txBody>
      </p:sp>
      <p:sp>
        <p:nvSpPr>
          <p:cNvPr id="121" name="budget-10">
            <a:extLst xmlns:a="http://schemas.openxmlformats.org/drawingml/2006/main">
              <a:ext uri="{FF2B5EF4-FFF2-40B4-BE49-F238E27FC236}">
                <a16:creationId xmlns:a16="http://schemas.microsoft.com/office/drawing/2014/main" id="{9A6C7555-5F5F-440B-9BDF-60C36432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4972050"/>
            <a:ext cx="6746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Editorial error -6</a:t>
            </a:r>
          </a:p>
        </p:txBody>
      </p:sp>
      <p:sp>
        <p:nvSpPr>
          <p:cNvPr id="122" name="workforce-link-10">
            <a:extLst xmlns:a="http://schemas.openxmlformats.org/drawingml/2006/main">
              <a:ext uri="{FF2B5EF4-FFF2-40B4-BE49-F238E27FC236}">
                <a16:creationId xmlns:a16="http://schemas.microsoft.com/office/drawing/2014/main" id="{DAEEA8C3-18C7-4197-B5E6-461E83B0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623175" y="3276600"/>
            <a:ext cx="95250" cy="1228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dash"/>
          </a:ln>
        </p:spPr>
      </p:sp>
      <p:sp>
        <p:nvSpPr>
          <p:cNvPr id="123" name="month-11">
            <a:extLst xmlns:a="http://schemas.openxmlformats.org/drawingml/2006/main">
              <a:ext uri="{FF2B5EF4-FFF2-40B4-BE49-F238E27FC236}">
                <a16:creationId xmlns:a16="http://schemas.microsoft.com/office/drawing/2014/main" id="{79842F27-710D-4ADA-AC6C-38C0CC2A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2876550"/>
            <a:ext cx="6842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11month</a:t>
            </a:r>
          </a:p>
        </p:txBody>
      </p:sp>
      <p:sp>
        <p:nvSpPr>
          <p:cNvPr id="124" name="opening-11">
            <a:extLst xmlns:a="http://schemas.openxmlformats.org/drawingml/2006/main">
              <a:ext uri="{FF2B5EF4-FFF2-40B4-BE49-F238E27FC236}">
                <a16:creationId xmlns:a16="http://schemas.microsoft.com/office/drawing/2014/main" id="{234A0D69-E12F-476C-8B2B-58AF4DEB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1432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1234</a:t>
            </a:r>
          </a:p>
        </p:txBody>
      </p:sp>
      <p:sp>
        <p:nvSpPr>
          <p:cNvPr id="125" name="hire-11">
            <a:extLst xmlns:a="http://schemas.openxmlformats.org/drawingml/2006/main">
              <a:ext uri="{FF2B5EF4-FFF2-40B4-BE49-F238E27FC236}">
                <a16:creationId xmlns:a16="http://schemas.microsoft.com/office/drawing/2014/main" id="{471012A4-8D56-4D46-B63D-0073AF1E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4671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+20</a:t>
            </a:r>
          </a:p>
        </p:txBody>
      </p:sp>
      <p:sp>
        <p:nvSpPr>
          <p:cNvPr id="126" name="exit-11">
            <a:extLst xmlns:a="http://schemas.openxmlformats.org/drawingml/2006/main">
              <a:ext uri="{FF2B5EF4-FFF2-40B4-BE49-F238E27FC236}">
                <a16:creationId xmlns:a16="http://schemas.microsoft.com/office/drawing/2014/main" id="{34F3E858-4660-4261-8BC7-2D6D816C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37719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−16</a:t>
            </a:r>
          </a:p>
        </p:txBody>
      </p:sp>
      <p:sp>
        <p:nvSpPr>
          <p:cNvPr id="127" name="transfer-11">
            <a:extLst xmlns:a="http://schemas.openxmlformats.org/drawingml/2006/main">
              <a:ext uri="{FF2B5EF4-FFF2-40B4-BE49-F238E27FC236}">
                <a16:creationId xmlns:a16="http://schemas.microsoft.com/office/drawing/2014/main" id="{5CEABC6B-E480-4A05-A8C0-6F1E6F90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076700"/>
            <a:ext cx="67468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+0</a:t>
            </a:r>
          </a:p>
        </p:txBody>
      </p:sp>
      <p:sp>
        <p:nvSpPr>
          <p:cNvPr id="128" name="closing-11">
            <a:extLst xmlns:a="http://schemas.openxmlformats.org/drawingml/2006/main">
              <a:ext uri="{FF2B5EF4-FFF2-40B4-BE49-F238E27FC236}">
                <a16:creationId xmlns:a16="http://schemas.microsoft.com/office/drawing/2014/main" id="{4698A9CA-668B-4E6A-93F2-1587DF93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3624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1238</a:t>
            </a:r>
          </a:p>
        </p:txBody>
      </p:sp>
      <p:sp>
        <p:nvSpPr>
          <p:cNvPr id="129" name="net-11">
            <a:extLst xmlns:a="http://schemas.openxmlformats.org/drawingml/2006/main">
              <a:ext uri="{FF2B5EF4-FFF2-40B4-BE49-F238E27FC236}">
                <a16:creationId xmlns:a16="http://schemas.microsoft.com/office/drawing/2014/main" id="{D0105384-4B8D-4A9E-B72E-3036E9A2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667250"/>
            <a:ext cx="6746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+4</a:t>
            </a:r>
          </a:p>
        </p:txBody>
      </p:sp>
      <p:sp>
        <p:nvSpPr>
          <p:cNvPr id="130" name="budget-11">
            <a:extLst xmlns:a="http://schemas.openxmlformats.org/drawingml/2006/main">
              <a:ext uri="{FF2B5EF4-FFF2-40B4-BE49-F238E27FC236}">
                <a16:creationId xmlns:a16="http://schemas.microsoft.com/office/drawing/2014/main" id="{177E3516-1BB7-4D49-877C-4DBF4103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4972050"/>
            <a:ext cx="6746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Editorial error -6</a:t>
            </a:r>
          </a:p>
        </p:txBody>
      </p:sp>
      <p:sp>
        <p:nvSpPr>
          <p:cNvPr id="131" name="workforce-link-11">
            <a:extLst xmlns:a="http://schemas.openxmlformats.org/drawingml/2006/main">
              <a:ext uri="{FF2B5EF4-FFF2-40B4-BE49-F238E27FC236}">
                <a16:creationId xmlns:a16="http://schemas.microsoft.com/office/drawing/2014/main" id="{0A6720B2-8C67-4D50-A541-7D568602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326438" y="3276600"/>
            <a:ext cx="95250" cy="1228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AEB8C6"/>
            </a:solidFill>
            <a:prstDash val="dash"/>
          </a:ln>
        </p:spPr>
      </p:sp>
      <p:sp>
        <p:nvSpPr>
          <p:cNvPr id="132" name="month-12">
            <a:extLst xmlns:a="http://schemas.openxmlformats.org/drawingml/2006/main">
              <a:ext uri="{FF2B5EF4-FFF2-40B4-BE49-F238E27FC236}">
                <a16:creationId xmlns:a16="http://schemas.microsoft.com/office/drawing/2014/main" id="{34690B61-3002-4C75-8B0E-2EAF1779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588" y="2876550"/>
            <a:ext cx="68421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12month</a:t>
            </a:r>
          </a:p>
        </p:txBody>
      </p:sp>
      <p:sp>
        <p:nvSpPr>
          <p:cNvPr id="133" name="opening-12">
            <a:extLst xmlns:a="http://schemas.openxmlformats.org/drawingml/2006/main">
              <a:ext uri="{FF2B5EF4-FFF2-40B4-BE49-F238E27FC236}">
                <a16:creationId xmlns:a16="http://schemas.microsoft.com/office/drawing/2014/main" id="{19C548AF-43F5-4C0F-986A-29B21BF9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113" y="31432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9525">
            <a:solidFill>
              <a:srgbClr val="1537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1238</a:t>
            </a:r>
          </a:p>
        </p:txBody>
      </p:sp>
      <p:sp>
        <p:nvSpPr>
          <p:cNvPr id="134" name="hire-12">
            <a:extLst xmlns:a="http://schemas.openxmlformats.org/drawingml/2006/main">
              <a:ext uri="{FF2B5EF4-FFF2-40B4-BE49-F238E27FC236}">
                <a16:creationId xmlns:a16="http://schemas.microsoft.com/office/drawing/2014/main" id="{767B98E0-2357-4648-9B4A-ED226F02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113" y="34671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+18</a:t>
            </a:r>
          </a:p>
        </p:txBody>
      </p:sp>
      <p:sp>
        <p:nvSpPr>
          <p:cNvPr id="135" name="exit-12">
            <a:extLst xmlns:a="http://schemas.openxmlformats.org/drawingml/2006/main">
              <a:ext uri="{FF2B5EF4-FFF2-40B4-BE49-F238E27FC236}">
                <a16:creationId xmlns:a16="http://schemas.microsoft.com/office/drawing/2014/main" id="{359B8FE5-D351-43A4-A63E-D2E60D99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113" y="3771900"/>
            <a:ext cx="67468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−14</a:t>
            </a:r>
          </a:p>
        </p:txBody>
      </p:sp>
      <p:sp>
        <p:nvSpPr>
          <p:cNvPr id="136" name="transfer-12">
            <a:extLst xmlns:a="http://schemas.openxmlformats.org/drawingml/2006/main">
              <a:ext uri="{FF2B5EF4-FFF2-40B4-BE49-F238E27FC236}">
                <a16:creationId xmlns:a16="http://schemas.microsoft.com/office/drawing/2014/main" id="{8C3815EE-C9B5-4C3B-B0B3-2138AF1C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113" y="4076700"/>
            <a:ext cx="67468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+0</a:t>
            </a:r>
          </a:p>
        </p:txBody>
      </p:sp>
      <p:sp>
        <p:nvSpPr>
          <p:cNvPr id="137" name="closing-12">
            <a:extLst xmlns:a="http://schemas.openxmlformats.org/drawingml/2006/main">
              <a:ext uri="{FF2B5EF4-FFF2-40B4-BE49-F238E27FC236}">
                <a16:creationId xmlns:a16="http://schemas.microsoft.com/office/drawing/2014/main" id="{E603B87D-772C-4EE9-8072-F93DBE61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113" y="4362450"/>
            <a:ext cx="6746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1242</a:t>
            </a:r>
          </a:p>
        </p:txBody>
      </p:sp>
      <p:sp>
        <p:nvSpPr>
          <p:cNvPr id="138" name="net-12">
            <a:extLst xmlns:a="http://schemas.openxmlformats.org/drawingml/2006/main">
              <a:ext uri="{FF2B5EF4-FFF2-40B4-BE49-F238E27FC236}">
                <a16:creationId xmlns:a16="http://schemas.microsoft.com/office/drawing/2014/main" id="{C68D69CA-150E-4F69-A872-236AE96D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113" y="4667250"/>
            <a:ext cx="67468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+4</a:t>
            </a:r>
          </a:p>
        </p:txBody>
      </p:sp>
      <p:sp>
        <p:nvSpPr>
          <p:cNvPr id="139" name="budget-12">
            <a:extLst xmlns:a="http://schemas.openxmlformats.org/drawingml/2006/main">
              <a:ext uri="{FF2B5EF4-FFF2-40B4-BE49-F238E27FC236}">
                <a16:creationId xmlns:a16="http://schemas.microsoft.com/office/drawing/2014/main" id="{B4BFE5EF-24BF-4845-AF42-6BE72795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113" y="4972050"/>
            <a:ext cx="6746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Editorial error -6</a:t>
            </a:r>
          </a:p>
        </p:txBody>
      </p:sp>
      <p:sp>
        <p:nvSpPr>
          <p:cNvPr id="140" name="management insights-rail">
            <a:extLst xmlns:a="http://schemas.openxmlformats.org/drawingml/2006/main">
              <a:ext uri="{FF2B5EF4-FFF2-40B4-BE49-F238E27FC236}">
                <a16:creationId xmlns:a16="http://schemas.microsoft.com/office/drawing/2014/main" id="{F62431AD-A3F4-4776-955D-050FD326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200150"/>
            <a:ext cx="2209800" cy="44577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141" name="management insights-title">
            <a:extLst xmlns:a="http://schemas.openxmlformats.org/drawingml/2006/main">
              <a:ext uri="{FF2B5EF4-FFF2-40B4-BE49-F238E27FC236}">
                <a16:creationId xmlns:a16="http://schemas.microsoft.com/office/drawing/2014/main" id="{C09F322B-0102-4C3A-95DA-F103827E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33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management insights</a:t>
            </a:r>
          </a:p>
        </p:txBody>
      </p:sp>
      <p:sp>
        <p:nvSpPr>
          <p:cNvPr id="142" name="management insights-1">
            <a:extLst xmlns:a="http://schemas.openxmlformats.org/drawingml/2006/main">
              <a:ext uri="{FF2B5EF4-FFF2-40B4-BE49-F238E27FC236}">
                <a16:creationId xmlns:a16="http://schemas.microsoft.com/office/drawing/2014/main" id="{151AD495-49D0-408E-AD9D-FE319FE5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52600"/>
            <a:ext cx="19431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1  of total recruitment 81% Used to fill separation gaps</a:t>
            </a:r>
          </a:p>
        </p:txBody>
      </p:sp>
      <p:sp>
        <p:nvSpPr>
          <p:cNvPr id="143" name="management insights-2">
            <a:extLst xmlns:a="http://schemas.openxmlformats.org/drawingml/2006/main">
              <a:ext uri="{FF2B5EF4-FFF2-40B4-BE49-F238E27FC236}">
                <a16:creationId xmlns:a16="http://schemas.microsoft.com/office/drawing/2014/main" id="{63E9B2E2-33DD-45B7-8BD4-0543A9B1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9431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  3 month,9 Yuehe 11 Monthly turnover peaks</a:t>
            </a:r>
          </a:p>
        </p:txBody>
      </p:sp>
      <p:sp>
        <p:nvSpPr>
          <p:cNvPr id="144" name="management insights-3">
            <a:extLst xmlns:a="http://schemas.openxmlformats.org/drawingml/2006/main">
              <a:ext uri="{FF2B5EF4-FFF2-40B4-BE49-F238E27FC236}">
                <a16:creationId xmlns:a16="http://schemas.microsoft.com/office/drawing/2014/main" id="{E2CE9618-B44A-404C-A77F-637BCC44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14800"/>
            <a:ext cx="19431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  The preparation is continuously below the budget, and the increment is repeatedly consumed by losses.</a:t>
            </a:r>
          </a:p>
        </p:txBody>
      </p:sp>
      <p:sp>
        <p:nvSpPr>
          <p:cNvPr id="145" name="bottom">
            <a:extLst xmlns:a="http://schemas.openxmlformats.org/drawingml/2006/main">
              <a:ext uri="{FF2B5EF4-FFF2-40B4-BE49-F238E27FC236}">
                <a16:creationId xmlns:a16="http://schemas.microsoft.com/office/drawing/2014/main" id="{2387BBF0-DA2C-4545-80C3-9CACAD6A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24550"/>
            <a:ext cx="11163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143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net increase 42 People correspond to recruitment investment 336 Ten thousand, net incremental cost per unit 8.0 Ten thousand yuan/people</a:t>
            </a:r>
          </a:p>
        </p:txBody>
      </p:sp>
    </p:spTree>
    <p:extLst>
      <p:ext uri="{BB962C8B-B14F-4D97-AF65-F5344CB8AC3E}">
        <p14:creationId xmlns:p14="http://schemas.microsoft.com/office/powerpoint/2010/main" val="18958549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2026-07-31T20:30:28.4770000Z</dcterms:created>
  <dcterms:modified xsi:type="dcterms:W3CDTF">2026-07-31T20:30:28.4780000Z</dcterms:modified>
</coreProperties>
</file>