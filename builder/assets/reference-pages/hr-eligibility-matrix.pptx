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6bbb4dfb5f410c" /><Relationship Type="http://schemas.openxmlformats.org/officeDocument/2006/relationships/extended-properties" Target="/docProps/app.xml" Id="R8e6a7d1d15664c5d" /><Relationship Type="http://schemas.openxmlformats.org/officeDocument/2006/relationships/officeDocument" Target="/ppt/presentation.xml" Id="R91d00f34092e4e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cfe93cf6b64430"/>
  </p:sldMasterIdLst>
  <p:notesMasterIdLst>
    <p:notesMasterId xmlns:r="http://schemas.openxmlformats.org/officeDocument/2006/relationships" r:id="R70793cd67c654033"/>
  </p:notesMasterIdLst>
  <p:sldIdLst>
    <p:sldId xmlns:r="http://schemas.openxmlformats.org/officeDocument/2006/relationships" id="256" r:id="R544e455339824a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a957f4e0542f5" /><Relationship Type="http://schemas.openxmlformats.org/officeDocument/2006/relationships/slideMaster" Target="/ppt/slideMasters/slideMaster1.xml" Id="Rb5cfe93cf6b64430" /><Relationship Type="http://schemas.openxmlformats.org/officeDocument/2006/relationships/notesMaster" Target="/ppt/notesMasters/notesMaster1.xml" Id="R70793cd67c654033" /><Relationship Type="http://schemas.openxmlformats.org/officeDocument/2006/relationships/presProps" Target="/ppt/presProps.xml" Id="R4d99e1ad40b94bca" /><Relationship Type="http://schemas.openxmlformats.org/officeDocument/2006/relationships/tableStyles" Target="/ppt/tableStyles.xml" Id="R01c5fa626719402d" /><Relationship Type="http://schemas.openxmlformats.org/officeDocument/2006/relationships/slide" Target="/ppt/slides/slide1.xml" Id="R544e455339824a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ea0df556ec4a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6f9f6ddc0b49e9" /><Relationship Type="http://schemas.openxmlformats.org/officeDocument/2006/relationships/notesMaster" Target="/ppt/notesMasters/notesMaster1.xml" Id="R47b7e5be7c054a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8b68739cb48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7c6256a8bf4a15" /><Relationship Type="http://schemas.openxmlformats.org/officeDocument/2006/relationships/slideLayout" Target="/ppt/slideLayouts/slideLayout1.xml" Id="R13c25a352e134e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c25a352e134e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280d751594a2f" /><Relationship Type="http://schemas.openxmlformats.org/officeDocument/2006/relationships/notesSlide" Target="/ppt/notesSlides/notesSlide1.xml" Id="R1e1708ea2c4844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842B30D-344E-432D-A148-EBC73B01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资格判断准确率 94.6%，但人工复核率 11.8%，异地新员工仍是主要兜底场景</a:t>
            </a:r>
          </a:p>
        </p:txBody>
      </p:sp>
      <p:sp>
        <p:nvSpPr>
          <p:cNvPr id="2" name="metric-1">
            <a:extLst xmlns:a="http://schemas.openxmlformats.org/drawingml/2006/main">
              <a:ext uri="{FF2B5EF4-FFF2-40B4-BE49-F238E27FC236}">
                <a16:creationId xmlns:a16="http://schemas.microsoft.com/office/drawing/2014/main" id="{7702B93C-A071-4FCD-88F5-377865BE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判断准确率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94.6%</a:t>
            </a:r>
          </a:p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目标 98%</a:t>
            </a:r>
          </a:p>
        </p:txBody>
      </p:sp>
      <p:sp>
        <p:nvSpPr>
          <p:cNvPr id="3" name="metric-2">
            <a:extLst xmlns:a="http://schemas.openxmlformats.org/drawingml/2006/main">
              <a:ext uri="{FF2B5EF4-FFF2-40B4-BE49-F238E27FC236}">
                <a16:creationId xmlns:a16="http://schemas.microsoft.com/office/drawing/2014/main" id="{3AEB34F4-C766-4B35-8907-47B1B288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00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人工复核率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11.8%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目标 &lt;5%</a:t>
            </a:r>
          </a:p>
        </p:txBody>
      </p:sp>
      <p:sp>
        <p:nvSpPr>
          <p:cNvPr id="4" name="metric-3">
            <a:extLst xmlns:a="http://schemas.openxmlformats.org/drawingml/2006/main">
              <a:ext uri="{FF2B5EF4-FFF2-40B4-BE49-F238E27FC236}">
                <a16:creationId xmlns:a16="http://schemas.microsoft.com/office/drawing/2014/main" id="{02F11CE7-B95E-44F9-902F-54C803A2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650" y="1200150"/>
            <a:ext cx="26733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首次解决率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89.3%</a:t>
            </a:r>
          </a:p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目标 95%</a:t>
            </a:r>
          </a:p>
        </p:txBody>
      </p:sp>
      <p:sp>
        <p:nvSpPr>
          <p:cNvPr id="5" name="eligibility-table">
            <a:extLst xmlns:a="http://schemas.openxmlformats.org/drawingml/2006/main">
              <a:ext uri="{FF2B5EF4-FFF2-40B4-BE49-F238E27FC236}">
                <a16:creationId xmlns:a16="http://schemas.microsoft.com/office/drawing/2014/main" id="{EF5E0CF7-6F44-41B7-97DD-17A8C983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71700"/>
            <a:ext cx="824865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6" name="policy-1">
            <a:extLst xmlns:a="http://schemas.openxmlformats.org/drawingml/2006/main">
              <a:ext uri="{FF2B5EF4-FFF2-40B4-BE49-F238E27FC236}">
                <a16:creationId xmlns:a16="http://schemas.microsoft.com/office/drawing/2014/main" id="{1B8C17F4-3E51-4CC9-A876-C946B734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28850"/>
            <a:ext cx="11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福利</a:t>
            </a:r>
          </a:p>
        </p:txBody>
      </p:sp>
      <p:sp>
        <p:nvSpPr>
          <p:cNvPr id="7" name="policy-2">
            <a:extLst xmlns:a="http://schemas.openxmlformats.org/drawingml/2006/main">
              <a:ext uri="{FF2B5EF4-FFF2-40B4-BE49-F238E27FC236}">
                <a16:creationId xmlns:a16="http://schemas.microsoft.com/office/drawing/2014/main" id="{564DEAFD-1640-4386-BDAD-057DE487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2228850"/>
            <a:ext cx="11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休假</a:t>
            </a:r>
          </a:p>
        </p:txBody>
      </p:sp>
      <p:sp>
        <p:nvSpPr>
          <p:cNvPr id="8" name="policy-3">
            <a:extLst xmlns:a="http://schemas.openxmlformats.org/drawingml/2006/main">
              <a:ext uri="{FF2B5EF4-FFF2-40B4-BE49-F238E27FC236}">
                <a16:creationId xmlns:a16="http://schemas.microsoft.com/office/drawing/2014/main" id="{724FEC5D-E5C3-4589-B161-4A1F05EA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2228850"/>
            <a:ext cx="11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薪酬</a:t>
            </a:r>
          </a:p>
        </p:txBody>
      </p:sp>
      <p:sp>
        <p:nvSpPr>
          <p:cNvPr id="9" name="policy-4">
            <a:extLst xmlns:a="http://schemas.openxmlformats.org/drawingml/2006/main">
              <a:ext uri="{FF2B5EF4-FFF2-40B4-BE49-F238E27FC236}">
                <a16:creationId xmlns:a16="http://schemas.microsoft.com/office/drawing/2014/main" id="{33323D73-A58F-476B-8BF5-3072439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11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培训</a:t>
            </a:r>
          </a:p>
        </p:txBody>
      </p:sp>
      <p:sp>
        <p:nvSpPr>
          <p:cNvPr id="10" name="policy-5">
            <a:extLst xmlns:a="http://schemas.openxmlformats.org/drawingml/2006/main">
              <a:ext uri="{FF2B5EF4-FFF2-40B4-BE49-F238E27FC236}">
                <a16:creationId xmlns:a16="http://schemas.microsoft.com/office/drawing/2014/main" id="{3CC8B43A-8F05-4D3D-A87E-E5FE7245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2228850"/>
            <a:ext cx="11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证明</a:t>
            </a:r>
          </a:p>
        </p:txBody>
      </p:sp>
      <p:sp>
        <p:nvSpPr>
          <p:cNvPr id="11" name="policy-6">
            <a:extLst xmlns:a="http://schemas.openxmlformats.org/drawingml/2006/main">
              <a:ext uri="{FF2B5EF4-FFF2-40B4-BE49-F238E27FC236}">
                <a16:creationId xmlns:a16="http://schemas.microsoft.com/office/drawing/2014/main" id="{B0F7D1A5-17B4-4668-BFBC-637A116B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2228850"/>
            <a:ext cx="111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6668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异地政策</a:t>
            </a:r>
          </a:p>
        </p:txBody>
      </p:sp>
      <p:sp>
        <p:nvSpPr>
          <p:cNvPr id="12" name="segment-1">
            <a:extLst xmlns:a="http://schemas.openxmlformats.org/drawingml/2006/main">
              <a:ext uri="{FF2B5EF4-FFF2-40B4-BE49-F238E27FC236}">
                <a16:creationId xmlns:a16="http://schemas.microsoft.com/office/drawing/2014/main" id="{B5474CA1-1C2C-4FF6-867C-239A2F6F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司龄 &lt;1 年</a:t>
            </a:r>
          </a:p>
        </p:txBody>
      </p:sp>
      <p:sp>
        <p:nvSpPr>
          <p:cNvPr id="13" name="eligible-1-1">
            <a:extLst xmlns:a="http://schemas.openxmlformats.org/drawingml/2006/main">
              <a:ext uri="{FF2B5EF4-FFF2-40B4-BE49-F238E27FC236}">
                <a16:creationId xmlns:a16="http://schemas.microsoft.com/office/drawing/2014/main" id="{562564FF-EE17-4DB9-B0C7-E2B14379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098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14" name="eligible-1-2">
            <a:extLst xmlns:a="http://schemas.openxmlformats.org/drawingml/2006/main">
              <a:ext uri="{FF2B5EF4-FFF2-40B4-BE49-F238E27FC236}">
                <a16:creationId xmlns:a16="http://schemas.microsoft.com/office/drawing/2014/main" id="{4FAC12F6-DBBB-4D0A-946C-D1F4D616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26098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15" name="eligible-1-3">
            <a:extLst xmlns:a="http://schemas.openxmlformats.org/drawingml/2006/main">
              <a:ext uri="{FF2B5EF4-FFF2-40B4-BE49-F238E27FC236}">
                <a16:creationId xmlns:a16="http://schemas.microsoft.com/office/drawing/2014/main" id="{F3B8ACCD-2AC8-4ED2-A139-EBC7BF7C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26098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16" name="eligible-1-4">
            <a:extLst xmlns:a="http://schemas.openxmlformats.org/drawingml/2006/main">
              <a:ext uri="{FF2B5EF4-FFF2-40B4-BE49-F238E27FC236}">
                <a16:creationId xmlns:a16="http://schemas.microsoft.com/office/drawing/2014/main" id="{B707C6DC-FEBE-44B8-BB32-40217883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098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17" name="eligible-1-5">
            <a:extLst xmlns:a="http://schemas.openxmlformats.org/drawingml/2006/main">
              <a:ext uri="{FF2B5EF4-FFF2-40B4-BE49-F238E27FC236}">
                <a16:creationId xmlns:a16="http://schemas.microsoft.com/office/drawing/2014/main" id="{0BF4820D-35AC-4927-AD7A-07DF9518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26098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18" name="eligible-1-6">
            <a:extLst xmlns:a="http://schemas.openxmlformats.org/drawingml/2006/main">
              <a:ext uri="{FF2B5EF4-FFF2-40B4-BE49-F238E27FC236}">
                <a16:creationId xmlns:a16="http://schemas.microsoft.com/office/drawing/2014/main" id="{63826951-9202-476A-A15D-5C5E7622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26098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需人工</a:t>
            </a:r>
          </a:p>
        </p:txBody>
      </p:sp>
      <p:sp>
        <p:nvSpPr>
          <p:cNvPr id="19" name="segment-2">
            <a:extLst xmlns:a="http://schemas.openxmlformats.org/drawingml/2006/main">
              <a:ext uri="{FF2B5EF4-FFF2-40B4-BE49-F238E27FC236}">
                <a16:creationId xmlns:a16="http://schemas.microsoft.com/office/drawing/2014/main" id="{84A87997-2FB8-44F5-B200-32C4D05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P1–P3</a:t>
            </a:r>
          </a:p>
        </p:txBody>
      </p:sp>
      <p:sp>
        <p:nvSpPr>
          <p:cNvPr id="20" name="eligible-2-1">
            <a:extLst xmlns:a="http://schemas.openxmlformats.org/drawingml/2006/main">
              <a:ext uri="{FF2B5EF4-FFF2-40B4-BE49-F238E27FC236}">
                <a16:creationId xmlns:a16="http://schemas.microsoft.com/office/drawing/2014/main" id="{035CC938-33F4-436A-B13C-2E1C7B01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242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21" name="eligible-2-2">
            <a:extLst xmlns:a="http://schemas.openxmlformats.org/drawingml/2006/main">
              <a:ext uri="{FF2B5EF4-FFF2-40B4-BE49-F238E27FC236}">
                <a16:creationId xmlns:a16="http://schemas.microsoft.com/office/drawing/2014/main" id="{B8FC74FA-C0B1-4CF2-8E5A-DEDEDD40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31242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22" name="eligible-2-3">
            <a:extLst xmlns:a="http://schemas.openxmlformats.org/drawingml/2006/main">
              <a:ext uri="{FF2B5EF4-FFF2-40B4-BE49-F238E27FC236}">
                <a16:creationId xmlns:a16="http://schemas.microsoft.com/office/drawing/2014/main" id="{6D8EFD7C-1966-4991-AD3B-FE2B1670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31242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23" name="eligible-2-4">
            <a:extLst xmlns:a="http://schemas.openxmlformats.org/drawingml/2006/main">
              <a:ext uri="{FF2B5EF4-FFF2-40B4-BE49-F238E27FC236}">
                <a16:creationId xmlns:a16="http://schemas.microsoft.com/office/drawing/2014/main" id="{42CF78DB-8546-4BD0-AE72-4FC4D7DA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1242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24" name="eligible-2-5">
            <a:extLst xmlns:a="http://schemas.openxmlformats.org/drawingml/2006/main">
              <a:ext uri="{FF2B5EF4-FFF2-40B4-BE49-F238E27FC236}">
                <a16:creationId xmlns:a16="http://schemas.microsoft.com/office/drawing/2014/main" id="{CFB1A0C9-2CEA-4177-AA9D-7C2D84B1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31242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25" name="eligible-2-6">
            <a:extLst xmlns:a="http://schemas.openxmlformats.org/drawingml/2006/main">
              <a:ext uri="{FF2B5EF4-FFF2-40B4-BE49-F238E27FC236}">
                <a16:creationId xmlns:a16="http://schemas.microsoft.com/office/drawing/2014/main" id="{A3CBC1A7-7D23-4C6F-96C7-3D588731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31242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26" name="segment-3">
            <a:extLst xmlns:a="http://schemas.openxmlformats.org/drawingml/2006/main">
              <a:ext uri="{FF2B5EF4-FFF2-40B4-BE49-F238E27FC236}">
                <a16:creationId xmlns:a16="http://schemas.microsoft.com/office/drawing/2014/main" id="{FB73239D-8BE1-4396-B84A-A560ACD5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异地员工</a:t>
            </a:r>
          </a:p>
        </p:txBody>
      </p:sp>
      <p:sp>
        <p:nvSpPr>
          <p:cNvPr id="27" name="eligible-3-1">
            <a:extLst xmlns:a="http://schemas.openxmlformats.org/drawingml/2006/main">
              <a:ext uri="{FF2B5EF4-FFF2-40B4-BE49-F238E27FC236}">
                <a16:creationId xmlns:a16="http://schemas.microsoft.com/office/drawing/2014/main" id="{0D488B89-6175-4FAD-9282-E4FA94BF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385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28" name="eligible-3-2">
            <a:extLst xmlns:a="http://schemas.openxmlformats.org/drawingml/2006/main">
              <a:ext uri="{FF2B5EF4-FFF2-40B4-BE49-F238E27FC236}">
                <a16:creationId xmlns:a16="http://schemas.microsoft.com/office/drawing/2014/main" id="{60BD29B5-2FAF-485C-9724-ED3F6EEC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36385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29" name="eligible-3-3">
            <a:extLst xmlns:a="http://schemas.openxmlformats.org/drawingml/2006/main">
              <a:ext uri="{FF2B5EF4-FFF2-40B4-BE49-F238E27FC236}">
                <a16:creationId xmlns:a16="http://schemas.microsoft.com/office/drawing/2014/main" id="{77ED41DD-F2CA-4CAE-B993-11F7192F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36385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30" name="eligible-3-4">
            <a:extLst xmlns:a="http://schemas.openxmlformats.org/drawingml/2006/main">
              <a:ext uri="{FF2B5EF4-FFF2-40B4-BE49-F238E27FC236}">
                <a16:creationId xmlns:a16="http://schemas.microsoft.com/office/drawing/2014/main" id="{245914D4-7673-4E12-BA5B-3D7A64D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31" name="eligible-3-5">
            <a:extLst xmlns:a="http://schemas.openxmlformats.org/drawingml/2006/main">
              <a:ext uri="{FF2B5EF4-FFF2-40B4-BE49-F238E27FC236}">
                <a16:creationId xmlns:a16="http://schemas.microsoft.com/office/drawing/2014/main" id="{70A30E33-75F1-40F4-ABA1-76999E6D0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36385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32" name="eligible-3-6">
            <a:extLst xmlns:a="http://schemas.openxmlformats.org/drawingml/2006/main">
              <a:ext uri="{FF2B5EF4-FFF2-40B4-BE49-F238E27FC236}">
                <a16:creationId xmlns:a16="http://schemas.microsoft.com/office/drawing/2014/main" id="{72CBE111-2FB7-49CA-A4A3-DF4C1C08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36385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需人工</a:t>
            </a:r>
          </a:p>
        </p:txBody>
      </p:sp>
      <p:sp>
        <p:nvSpPr>
          <p:cNvPr id="33" name="segment-4">
            <a:extLst xmlns:a="http://schemas.openxmlformats.org/drawingml/2006/main">
              <a:ext uri="{FF2B5EF4-FFF2-40B4-BE49-F238E27FC236}">
                <a16:creationId xmlns:a16="http://schemas.microsoft.com/office/drawing/2014/main" id="{CF471426-6EAE-4928-8ECE-233D7CE8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管理人员</a:t>
            </a:r>
          </a:p>
        </p:txBody>
      </p:sp>
      <p:sp>
        <p:nvSpPr>
          <p:cNvPr id="34" name="eligible-4-1">
            <a:extLst xmlns:a="http://schemas.openxmlformats.org/drawingml/2006/main">
              <a:ext uri="{FF2B5EF4-FFF2-40B4-BE49-F238E27FC236}">
                <a16:creationId xmlns:a16="http://schemas.microsoft.com/office/drawing/2014/main" id="{1E1F0967-BFAB-4646-A5D3-DBCFF26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529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35" name="eligible-4-2">
            <a:extLst xmlns:a="http://schemas.openxmlformats.org/drawingml/2006/main">
              <a:ext uri="{FF2B5EF4-FFF2-40B4-BE49-F238E27FC236}">
                <a16:creationId xmlns:a16="http://schemas.microsoft.com/office/drawing/2014/main" id="{2DEB3FE5-FA02-49C1-8EF3-EF0A7A6A5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41529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36" name="eligible-4-3">
            <a:extLst xmlns:a="http://schemas.openxmlformats.org/drawingml/2006/main">
              <a:ext uri="{FF2B5EF4-FFF2-40B4-BE49-F238E27FC236}">
                <a16:creationId xmlns:a16="http://schemas.microsoft.com/office/drawing/2014/main" id="{2EC041AA-FFF6-4E63-B2E9-ED15F493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41529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37" name="eligible-4-4">
            <a:extLst xmlns:a="http://schemas.openxmlformats.org/drawingml/2006/main">
              <a:ext uri="{FF2B5EF4-FFF2-40B4-BE49-F238E27FC236}">
                <a16:creationId xmlns:a16="http://schemas.microsoft.com/office/drawing/2014/main" id="{8B8A503A-EFFC-4178-BC81-C93645DB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529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38" name="eligible-4-5">
            <a:extLst xmlns:a="http://schemas.openxmlformats.org/drawingml/2006/main">
              <a:ext uri="{FF2B5EF4-FFF2-40B4-BE49-F238E27FC236}">
                <a16:creationId xmlns:a16="http://schemas.microsoft.com/office/drawing/2014/main" id="{32B7FB05-CBC3-4095-8610-645FB609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41529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自动判断</a:t>
            </a:r>
          </a:p>
        </p:txBody>
      </p:sp>
      <p:sp>
        <p:nvSpPr>
          <p:cNvPr id="39" name="eligible-4-6">
            <a:extLst xmlns:a="http://schemas.openxmlformats.org/drawingml/2006/main">
              <a:ext uri="{FF2B5EF4-FFF2-40B4-BE49-F238E27FC236}">
                <a16:creationId xmlns:a16="http://schemas.microsoft.com/office/drawing/2014/main" id="{EC259B5D-7B8B-49E0-B3B3-7AA02B789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415290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40" name="segment-5">
            <a:extLst xmlns:a="http://schemas.openxmlformats.org/drawingml/2006/main">
              <a:ext uri="{FF2B5EF4-FFF2-40B4-BE49-F238E27FC236}">
                <a16:creationId xmlns:a16="http://schemas.microsoft.com/office/drawing/2014/main" id="{C0931308-77CC-4E9F-87EB-58601237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18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派遣员工</a:t>
            </a:r>
          </a:p>
        </p:txBody>
      </p:sp>
      <p:sp>
        <p:nvSpPr>
          <p:cNvPr id="41" name="eligible-5-1">
            <a:extLst xmlns:a="http://schemas.openxmlformats.org/drawingml/2006/main">
              <a:ext uri="{FF2B5EF4-FFF2-40B4-BE49-F238E27FC236}">
                <a16:creationId xmlns:a16="http://schemas.microsoft.com/office/drawing/2014/main" id="{4D3D0F70-580B-4BC7-9557-026F55EB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需人工</a:t>
            </a:r>
          </a:p>
        </p:txBody>
      </p:sp>
      <p:sp>
        <p:nvSpPr>
          <p:cNvPr id="42" name="eligible-5-2">
            <a:extLst xmlns:a="http://schemas.openxmlformats.org/drawingml/2006/main">
              <a:ext uri="{FF2B5EF4-FFF2-40B4-BE49-F238E27FC236}">
                <a16:creationId xmlns:a16="http://schemas.microsoft.com/office/drawing/2014/main" id="{E497CC43-557F-47CC-9E74-18EC2234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0050" y="46672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43" name="eligible-5-3">
            <a:extLst xmlns:a="http://schemas.openxmlformats.org/drawingml/2006/main">
              <a:ext uri="{FF2B5EF4-FFF2-40B4-BE49-F238E27FC236}">
                <a16:creationId xmlns:a16="http://schemas.microsoft.com/office/drawing/2014/main" id="{B541A58C-F504-40DE-A4EC-ABC3D13F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0350" y="46672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需人工</a:t>
            </a:r>
          </a:p>
        </p:txBody>
      </p:sp>
      <p:sp>
        <p:nvSpPr>
          <p:cNvPr id="44" name="eligible-5-4">
            <a:extLst xmlns:a="http://schemas.openxmlformats.org/drawingml/2006/main">
              <a:ext uri="{FF2B5EF4-FFF2-40B4-BE49-F238E27FC236}">
                <a16:creationId xmlns:a16="http://schemas.microsoft.com/office/drawing/2014/main" id="{588B08E0-EE97-419B-B43D-7EDA26E63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672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45" name="eligible-5-5">
            <a:extLst xmlns:a="http://schemas.openxmlformats.org/drawingml/2006/main">
              <a:ext uri="{FF2B5EF4-FFF2-40B4-BE49-F238E27FC236}">
                <a16:creationId xmlns:a16="http://schemas.microsoft.com/office/drawing/2014/main" id="{5092C6CD-BA43-4523-B74E-D0B63AE3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0950" y="46672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条件覆盖</a:t>
            </a:r>
          </a:p>
        </p:txBody>
      </p:sp>
      <p:sp>
        <p:nvSpPr>
          <p:cNvPr id="46" name="eligible-5-6">
            <a:extLst xmlns:a="http://schemas.openxmlformats.org/drawingml/2006/main">
              <a:ext uri="{FF2B5EF4-FFF2-40B4-BE49-F238E27FC236}">
                <a16:creationId xmlns:a16="http://schemas.microsoft.com/office/drawing/2014/main" id="{6E3BC346-FE0D-41B1-AE16-5ECE2929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250" y="4667250"/>
            <a:ext cx="111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571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需人工</a:t>
            </a:r>
          </a:p>
        </p:txBody>
      </p:sp>
      <p:sp>
        <p:nvSpPr>
          <p:cNvPr id="47" name="发现与动作-rail">
            <a:extLst xmlns:a="http://schemas.openxmlformats.org/drawingml/2006/main">
              <a:ext uri="{FF2B5EF4-FFF2-40B4-BE49-F238E27FC236}">
                <a16:creationId xmlns:a16="http://schemas.microsoft.com/office/drawing/2014/main" id="{D6C50059-C0A5-4718-98E0-C956616D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00150"/>
            <a:ext cx="2667000" cy="44577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48" name="发现与动作-title">
            <a:extLst xmlns:a="http://schemas.openxmlformats.org/drawingml/2006/main">
              <a:ext uri="{FF2B5EF4-FFF2-40B4-BE49-F238E27FC236}">
                <a16:creationId xmlns:a16="http://schemas.microsoft.com/office/drawing/2014/main" id="{B74C5E58-767E-4363-B5A2-98171B99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3350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发现与动作</a:t>
            </a:r>
          </a:p>
        </p:txBody>
      </p:sp>
      <p:sp>
        <p:nvSpPr>
          <p:cNvPr id="49" name="发现与动作-1">
            <a:extLst xmlns:a="http://schemas.openxmlformats.org/drawingml/2006/main">
              <a:ext uri="{FF2B5EF4-FFF2-40B4-BE49-F238E27FC236}">
                <a16:creationId xmlns:a16="http://schemas.microsoft.com/office/drawing/2014/main" id="{A632D959-4ACF-42DB-A529-8A635DC35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526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低准确率集中在异地政策与新员工</a:t>
            </a:r>
          </a:p>
        </p:txBody>
      </p:sp>
      <p:sp>
        <p:nvSpPr>
          <p:cNvPr id="50" name="发现与动作-2">
            <a:extLst xmlns:a="http://schemas.openxmlformats.org/drawingml/2006/main">
              <a:ext uri="{FF2B5EF4-FFF2-40B4-BE49-F238E27FC236}">
                <a16:creationId xmlns:a16="http://schemas.microsoft.com/office/drawing/2014/main" id="{981DBA7A-B380-4F06-A4E5-641776B8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规则不足和资料缺口解释多数人工复核</a:t>
            </a:r>
          </a:p>
        </p:txBody>
      </p:sp>
      <p:sp>
        <p:nvSpPr>
          <p:cNvPr id="51" name="发现与动作-3">
            <a:extLst xmlns:a="http://schemas.openxmlformats.org/drawingml/2006/main">
              <a:ext uri="{FF2B5EF4-FFF2-40B4-BE49-F238E27FC236}">
                <a16:creationId xmlns:a16="http://schemas.microsoft.com/office/drawing/2014/main" id="{FAB7A61B-319D-4E45-9C74-82C45AAD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4003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优先补齐异地与司龄相关规则</a:t>
            </a:r>
          </a:p>
        </p:txBody>
      </p:sp>
      <p:sp>
        <p:nvSpPr>
          <p:cNvPr id="52" name="bottom">
            <a:extLst xmlns:a="http://schemas.openxmlformats.org/drawingml/2006/main">
              <a:ext uri="{FF2B5EF4-FFF2-40B4-BE49-F238E27FC236}">
                <a16:creationId xmlns:a16="http://schemas.microsoft.com/office/drawing/2014/main" id="{2139C04D-A2BB-4757-A6A9-CFD3F211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HR COE 统一规则口径，HRSSC 建立人工兜底与时限</a:t>
            </a:r>
          </a:p>
        </p:txBody>
      </p:sp>
    </p:spTree>
    <p:extLst>
      <p:ext uri="{BB962C8B-B14F-4D97-AF65-F5344CB8AC3E}">
        <p14:creationId xmlns:p14="http://schemas.microsoft.com/office/powerpoint/2010/main" val="1310961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2026-07-31T20:19:04.9130000Z</dcterms:created>
  <dcterms:modified xsi:type="dcterms:W3CDTF">2026-07-31T20:19:04.9130000Z</dcterms:modified>
</coreProperties>
</file>